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513"/>
  </p:normalViewPr>
  <p:slideViewPr>
    <p:cSldViewPr snapToGrid="0">
      <p:cViewPr varScale="1">
        <p:scale>
          <a:sx n="57" d="100"/>
          <a:sy n="57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CFEC4-4E45-284D-BF69-DE46D4CD819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C351F-76B5-D34F-B325-5C69741F5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C351F-76B5-D34F-B325-5C69741F50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2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1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9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5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5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3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53A69-F55D-6944-9B3A-CF37B0944481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7FA07DD-1D62-2A9C-438D-53946E0330E0}"/>
              </a:ext>
            </a:extLst>
          </p:cNvPr>
          <p:cNvGrpSpPr/>
          <p:nvPr/>
        </p:nvGrpSpPr>
        <p:grpSpPr>
          <a:xfrm>
            <a:off x="176642" y="591570"/>
            <a:ext cx="14855202" cy="8398635"/>
            <a:chOff x="-914237" y="-58668"/>
            <a:chExt cx="14855202" cy="83986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A401A0-E229-D184-46FE-8E16FEBDF0F0}"/>
                </a:ext>
              </a:extLst>
            </p:cNvPr>
            <p:cNvSpPr/>
            <p:nvPr/>
          </p:nvSpPr>
          <p:spPr>
            <a:xfrm>
              <a:off x="4716681" y="7970634"/>
              <a:ext cx="6666481" cy="3693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</a:t>
              </a:r>
              <a:r>
                <a:rPr lang="en-US" dirty="0" err="1">
                  <a:solidFill>
                    <a:schemeClr val="tx1"/>
                  </a:solidFill>
                </a:rPr>
                <a:t>image_name</a:t>
              </a:r>
              <a:r>
                <a:rPr lang="en-US" dirty="0">
                  <a:solidFill>
                    <a:schemeClr val="tx1"/>
                  </a:solidFill>
                </a:rPr>
                <a:t>&gt;_content_&lt;</a:t>
              </a:r>
              <a:r>
                <a:rPr lang="en-US" dirty="0" err="1">
                  <a:solidFill>
                    <a:schemeClr val="tx1"/>
                  </a:solidFill>
                </a:rPr>
                <a:t>annotation_no</a:t>
              </a:r>
              <a:r>
                <a:rPr lang="en-US" dirty="0">
                  <a:solidFill>
                    <a:schemeClr val="tx1"/>
                  </a:solidFill>
                </a:rPr>
                <a:t>&gt;.</a:t>
              </a:r>
              <a:r>
                <a:rPr lang="en-US" dirty="0" err="1">
                  <a:solidFill>
                    <a:schemeClr val="tx1"/>
                  </a:solidFill>
                </a:rPr>
                <a:t>geojson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04B1F9F-935B-FBB8-4F3C-C83B901D392B}"/>
                </a:ext>
              </a:extLst>
            </p:cNvPr>
            <p:cNvGrpSpPr/>
            <p:nvPr/>
          </p:nvGrpSpPr>
          <p:grpSpPr>
            <a:xfrm>
              <a:off x="-914237" y="-58668"/>
              <a:ext cx="6781720" cy="2383675"/>
              <a:chOff x="-895673" y="281597"/>
              <a:chExt cx="6781720" cy="238367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43770C-9A1B-7441-BD52-7D5F57AFF1CD}"/>
                  </a:ext>
                </a:extLst>
              </p:cNvPr>
              <p:cNvSpPr/>
              <p:nvPr/>
            </p:nvSpPr>
            <p:spPr>
              <a:xfrm>
                <a:off x="-895673" y="865634"/>
                <a:ext cx="6781720" cy="17996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467601-AB19-2D24-BB84-DA9D61AC6EEF}"/>
                  </a:ext>
                </a:extLst>
              </p:cNvPr>
              <p:cNvSpPr txBox="1"/>
              <p:nvPr/>
            </p:nvSpPr>
            <p:spPr>
              <a:xfrm>
                <a:off x="1400381" y="1059601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Scripts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574E85-697E-6627-AD23-ED9659FF3996}"/>
                  </a:ext>
                </a:extLst>
              </p:cNvPr>
              <p:cNvSpPr txBox="1"/>
              <p:nvPr/>
            </p:nvSpPr>
            <p:spPr>
              <a:xfrm>
                <a:off x="3886075" y="1086515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Files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5135D63-3D94-843F-5D57-2C7DD445EB1C}"/>
                  </a:ext>
                </a:extLst>
              </p:cNvPr>
              <p:cNvSpPr/>
              <p:nvPr/>
            </p:nvSpPr>
            <p:spPr>
              <a:xfrm>
                <a:off x="1400381" y="1479619"/>
                <a:ext cx="1892300" cy="304800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Groovy (</a:t>
                </a:r>
                <a:r>
                  <a:rPr lang="en-US" dirty="0" err="1">
                    <a:solidFill>
                      <a:schemeClr val="tx1"/>
                    </a:solidFill>
                  </a:rPr>
                  <a:t>qupath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D58098-2EA5-9A3D-20F4-26ECD1FC63BF}"/>
                  </a:ext>
                </a:extLst>
              </p:cNvPr>
              <p:cNvSpPr/>
              <p:nvPr/>
            </p:nvSpPr>
            <p:spPr>
              <a:xfrm>
                <a:off x="3886075" y="2108486"/>
                <a:ext cx="14097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geojson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B6C3C1-BF04-3E8B-0E4B-CC4B2D6D913A}"/>
                  </a:ext>
                </a:extLst>
              </p:cNvPr>
              <p:cNvSpPr txBox="1"/>
              <p:nvPr/>
            </p:nvSpPr>
            <p:spPr>
              <a:xfrm>
                <a:off x="-787433" y="1057063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SOPs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E8BECB-5D0D-64B4-B0BA-52A0726C7253}"/>
                  </a:ext>
                </a:extLst>
              </p:cNvPr>
              <p:cNvSpPr/>
              <p:nvPr/>
            </p:nvSpPr>
            <p:spPr>
              <a:xfrm>
                <a:off x="-787433" y="1479619"/>
                <a:ext cx="1663700" cy="304800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google slides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B5D839-82B3-8B67-6E17-7253A5283FA7}"/>
                  </a:ext>
                </a:extLst>
              </p:cNvPr>
              <p:cNvSpPr txBox="1"/>
              <p:nvPr/>
            </p:nvSpPr>
            <p:spPr>
              <a:xfrm>
                <a:off x="-569721" y="281597"/>
                <a:ext cx="1930073" cy="378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Legend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9DBBE4-0642-14AA-DCA8-AC69636B4A18}"/>
                  </a:ext>
                </a:extLst>
              </p:cNvPr>
              <p:cNvSpPr/>
              <p:nvPr/>
            </p:nvSpPr>
            <p:spPr>
              <a:xfrm>
                <a:off x="3886075" y="1518414"/>
                <a:ext cx="1409700" cy="304800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6C66FFFB-9D2F-1B4D-F2BA-6ABE05B873BF}"/>
                </a:ext>
              </a:extLst>
            </p:cNvPr>
            <p:cNvGrpSpPr/>
            <p:nvPr/>
          </p:nvGrpSpPr>
          <p:grpSpPr>
            <a:xfrm>
              <a:off x="2271379" y="5879120"/>
              <a:ext cx="11669586" cy="1643600"/>
              <a:chOff x="1440376" y="5819065"/>
              <a:chExt cx="11669586" cy="16436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EAC8C1D-9F8A-34E7-CFA4-8903D1C68E32}"/>
                  </a:ext>
                </a:extLst>
              </p:cNvPr>
              <p:cNvSpPr/>
              <p:nvPr/>
            </p:nvSpPr>
            <p:spPr>
              <a:xfrm>
                <a:off x="5726979" y="6930927"/>
                <a:ext cx="2731005" cy="369332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export_content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857C2BB-3592-CA58-2668-ADE31B87E70B}"/>
                  </a:ext>
                </a:extLst>
              </p:cNvPr>
              <p:cNvSpPr/>
              <p:nvPr/>
            </p:nvSpPr>
            <p:spPr>
              <a:xfrm>
                <a:off x="1963366" y="6445815"/>
                <a:ext cx="2731004" cy="401264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run_pixel_classifier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0828228-7E85-1CD8-BA49-BA4DED40451E}"/>
                  </a:ext>
                </a:extLst>
              </p:cNvPr>
              <p:cNvSpPr/>
              <p:nvPr/>
            </p:nvSpPr>
            <p:spPr>
              <a:xfrm>
                <a:off x="1490394" y="6227688"/>
                <a:ext cx="11619568" cy="123497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A638E3B-64F5-6DDF-A1ED-B50784529C98}"/>
                  </a:ext>
                </a:extLst>
              </p:cNvPr>
              <p:cNvSpPr txBox="1"/>
              <p:nvPr/>
            </p:nvSpPr>
            <p:spPr>
              <a:xfrm>
                <a:off x="1440376" y="5819065"/>
                <a:ext cx="3344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Run model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4B40236-BF55-C2DF-35BD-854281CFBBDF}"/>
                  </a:ext>
                </a:extLst>
              </p:cNvPr>
              <p:cNvSpPr/>
              <p:nvPr/>
            </p:nvSpPr>
            <p:spPr>
              <a:xfrm>
                <a:off x="5943542" y="6399165"/>
                <a:ext cx="2299668" cy="369332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create_content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26E7084-6864-53CE-EAD6-0ED11DA4CCFC}"/>
                </a:ext>
              </a:extLst>
            </p:cNvPr>
            <p:cNvGrpSpPr/>
            <p:nvPr/>
          </p:nvGrpSpPr>
          <p:grpSpPr>
            <a:xfrm>
              <a:off x="4963036" y="3783417"/>
              <a:ext cx="6173773" cy="1949530"/>
              <a:chOff x="2700397" y="3621523"/>
              <a:chExt cx="6173773" cy="1949530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839C5A3-7BEE-7FD8-AD58-0BAE0DCC41AF}"/>
                  </a:ext>
                </a:extLst>
              </p:cNvPr>
              <p:cNvCxnSpPr>
                <a:cxnSpLocks/>
                <a:stCxn id="69" idx="2"/>
              </p:cNvCxnSpPr>
              <p:nvPr/>
            </p:nvCxnSpPr>
            <p:spPr>
              <a:xfrm>
                <a:off x="5787284" y="4653816"/>
                <a:ext cx="0" cy="6297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8350FC7-246E-5F07-A51C-6B1AE3969167}"/>
                  </a:ext>
                </a:extLst>
              </p:cNvPr>
              <p:cNvSpPr/>
              <p:nvPr/>
            </p:nvSpPr>
            <p:spPr>
              <a:xfrm>
                <a:off x="2700397" y="4091106"/>
                <a:ext cx="6173773" cy="78765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576C05-25C8-3D9D-84E8-304B0F9ED69B}"/>
                  </a:ext>
                </a:extLst>
              </p:cNvPr>
              <p:cNvSpPr txBox="1"/>
              <p:nvPr/>
            </p:nvSpPr>
            <p:spPr>
              <a:xfrm>
                <a:off x="2700397" y="3621523"/>
                <a:ext cx="3344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Create model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90A7B6D-3707-3201-A15C-5A2035C48A0C}"/>
                  </a:ext>
                </a:extLst>
              </p:cNvPr>
              <p:cNvSpPr/>
              <p:nvPr/>
            </p:nvSpPr>
            <p:spPr>
              <a:xfrm>
                <a:off x="3262734" y="4411985"/>
                <a:ext cx="5049099" cy="241831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create_pixel_thresholder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0419FF-87CC-0523-3099-18A0C9A5BF36}"/>
                  </a:ext>
                </a:extLst>
              </p:cNvPr>
              <p:cNvSpPr/>
              <p:nvPr/>
            </p:nvSpPr>
            <p:spPr>
              <a:xfrm>
                <a:off x="4511906" y="5303722"/>
                <a:ext cx="2297881" cy="267331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detect_content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42DED9E1-7078-FE48-1ECD-BF9C0556BBB2}"/>
                </a:ext>
              </a:extLst>
            </p:cNvPr>
            <p:cNvCxnSpPr>
              <a:stCxn id="78" idx="2"/>
              <a:endCxn id="139" idx="0"/>
            </p:cNvCxnSpPr>
            <p:nvPr/>
          </p:nvCxnSpPr>
          <p:spPr>
            <a:xfrm>
              <a:off x="7923486" y="5732947"/>
              <a:ext cx="893" cy="7262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3226EDD5-FFEA-3371-812B-3684F93C5559}"/>
                </a:ext>
              </a:extLst>
            </p:cNvPr>
            <p:cNvCxnSpPr>
              <a:cxnSpLocks/>
            </p:cNvCxnSpPr>
            <p:nvPr/>
          </p:nvCxnSpPr>
          <p:spPr>
            <a:xfrm>
              <a:off x="8049922" y="7452062"/>
              <a:ext cx="0" cy="5132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717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</TotalTime>
  <Words>48</Words>
  <Application>Microsoft Macintosh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Emilia Magnusson Wulcan</dc:creator>
  <cp:lastModifiedBy>Judit Emilia Magnusson Wulcan</cp:lastModifiedBy>
  <cp:revision>7</cp:revision>
  <dcterms:created xsi:type="dcterms:W3CDTF">2025-03-05T23:24:07Z</dcterms:created>
  <dcterms:modified xsi:type="dcterms:W3CDTF">2025-04-22T23:23:20Z</dcterms:modified>
</cp:coreProperties>
</file>