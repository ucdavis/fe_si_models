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6" r:id="rId1"/>
  </p:sldMasterIdLst>
  <p:notesMasterIdLst>
    <p:notesMasterId r:id="rId4"/>
  </p:notesMasterIdLst>
  <p:sldIdLst>
    <p:sldId id="256" r:id="rId2"/>
    <p:sldId id="257" r:id="rId3"/>
  </p:sldIdLst>
  <p:sldSz cx="18288000" cy="13716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856"/>
    <p:restoredTop sz="94479"/>
  </p:normalViewPr>
  <p:slideViewPr>
    <p:cSldViewPr snapToGrid="0">
      <p:cViewPr varScale="1">
        <p:scale>
          <a:sx n="51" d="100"/>
          <a:sy n="51" d="100"/>
        </p:scale>
        <p:origin x="1880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2CFEC4-4E45-284D-BF69-DE46D4CD8194}" type="datetimeFigureOut">
              <a:rPr lang="en-US" smtClean="0"/>
              <a:t>6/6/25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6C351F-76B5-D34F-B325-5C69741F50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07157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6C351F-76B5-D34F-B325-5C69741F5064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37209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2244726"/>
            <a:ext cx="15544800" cy="4775200"/>
          </a:xfrm>
        </p:spPr>
        <p:txBody>
          <a:bodyPr anchor="b"/>
          <a:lstStyle>
            <a:lvl1pPr algn="ctr">
              <a:defRPr sz="1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86000" y="7204076"/>
            <a:ext cx="13716000" cy="3311524"/>
          </a:xfrm>
        </p:spPr>
        <p:txBody>
          <a:bodyPr/>
          <a:lstStyle>
            <a:lvl1pPr marL="0" indent="0" algn="ctr">
              <a:buNone/>
              <a:defRPr sz="4800"/>
            </a:lvl1pPr>
            <a:lvl2pPr marL="914400" indent="0" algn="ctr">
              <a:buNone/>
              <a:defRPr sz="4000"/>
            </a:lvl2pPr>
            <a:lvl3pPr marL="1828800" indent="0" algn="ctr">
              <a:buNone/>
              <a:defRPr sz="3600"/>
            </a:lvl3pPr>
            <a:lvl4pPr marL="2743200" indent="0" algn="ctr">
              <a:buNone/>
              <a:defRPr sz="3200"/>
            </a:lvl4pPr>
            <a:lvl5pPr marL="3657600" indent="0" algn="ctr">
              <a:buNone/>
              <a:defRPr sz="3200"/>
            </a:lvl5pPr>
            <a:lvl6pPr marL="4572000" indent="0" algn="ctr">
              <a:buNone/>
              <a:defRPr sz="3200"/>
            </a:lvl6pPr>
            <a:lvl7pPr marL="5486400" indent="0" algn="ctr">
              <a:buNone/>
              <a:defRPr sz="3200"/>
            </a:lvl7pPr>
            <a:lvl8pPr marL="6400800" indent="0" algn="ctr">
              <a:buNone/>
              <a:defRPr sz="3200"/>
            </a:lvl8pPr>
            <a:lvl9pPr marL="7315200" indent="0" algn="ctr">
              <a:buNone/>
              <a:defRPr sz="3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653A69-F55D-6944-9B3A-CF37B0944481}" type="datetimeFigureOut">
              <a:rPr lang="en-US" smtClean="0"/>
              <a:t>6/6/25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5EC21-EEAC-FE46-ABB5-30196B9FA5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36091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653A69-F55D-6944-9B3A-CF37B0944481}" type="datetimeFigureOut">
              <a:rPr lang="en-US" smtClean="0"/>
              <a:t>6/6/25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5EC21-EEAC-FE46-ABB5-30196B9FA5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85112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47776" y="3419479"/>
            <a:ext cx="15773400" cy="5705474"/>
          </a:xfrm>
        </p:spPr>
        <p:txBody>
          <a:bodyPr anchor="b"/>
          <a:lstStyle>
            <a:lvl1pPr>
              <a:defRPr sz="1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47776" y="9178929"/>
            <a:ext cx="15773400" cy="3000374"/>
          </a:xfrm>
        </p:spPr>
        <p:txBody>
          <a:bodyPr/>
          <a:lstStyle>
            <a:lvl1pPr marL="0" indent="0">
              <a:buNone/>
              <a:defRPr sz="4800">
                <a:solidFill>
                  <a:schemeClr val="tx1">
                    <a:tint val="82000"/>
                  </a:schemeClr>
                </a:solidFill>
              </a:defRPr>
            </a:lvl1pPr>
            <a:lvl2pPr marL="914400" indent="0">
              <a:buNone/>
              <a:defRPr sz="4000">
                <a:solidFill>
                  <a:schemeClr val="tx1">
                    <a:tint val="82000"/>
                  </a:schemeClr>
                </a:solidFill>
              </a:defRPr>
            </a:lvl2pPr>
            <a:lvl3pPr marL="1828800" indent="0">
              <a:buNone/>
              <a:defRPr sz="3600">
                <a:solidFill>
                  <a:schemeClr val="tx1">
                    <a:tint val="82000"/>
                  </a:schemeClr>
                </a:solidFill>
              </a:defRPr>
            </a:lvl3pPr>
            <a:lvl4pPr marL="274320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4pPr>
            <a:lvl5pPr marL="365760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5pPr>
            <a:lvl6pPr marL="457200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6pPr>
            <a:lvl7pPr marL="548640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7pPr>
            <a:lvl8pPr marL="640080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8pPr>
            <a:lvl9pPr marL="731520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653A69-F55D-6944-9B3A-CF37B0944481}" type="datetimeFigureOut">
              <a:rPr lang="en-US" smtClean="0"/>
              <a:t>6/6/25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5EC21-EEAC-FE46-ABB5-30196B9FA5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73918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57300" y="3651250"/>
            <a:ext cx="7772400" cy="87026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258300" y="3651250"/>
            <a:ext cx="7772400" cy="87026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653A69-F55D-6944-9B3A-CF37B0944481}" type="datetimeFigureOut">
              <a:rPr lang="en-US" smtClean="0"/>
              <a:t>6/6/25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5EC21-EEAC-FE46-ABB5-30196B9FA5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0025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2" y="730253"/>
            <a:ext cx="15773400" cy="265112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9684" y="3362326"/>
            <a:ext cx="7736680" cy="1647824"/>
          </a:xfrm>
        </p:spPr>
        <p:txBody>
          <a:bodyPr anchor="b"/>
          <a:lstStyle>
            <a:lvl1pPr marL="0" indent="0">
              <a:buNone/>
              <a:defRPr sz="4800" b="1"/>
            </a:lvl1pPr>
            <a:lvl2pPr marL="914400" indent="0">
              <a:buNone/>
              <a:defRPr sz="4000" b="1"/>
            </a:lvl2pPr>
            <a:lvl3pPr marL="1828800" indent="0">
              <a:buNone/>
              <a:defRPr sz="3600" b="1"/>
            </a:lvl3pPr>
            <a:lvl4pPr marL="2743200" indent="0">
              <a:buNone/>
              <a:defRPr sz="3200" b="1"/>
            </a:lvl4pPr>
            <a:lvl5pPr marL="3657600" indent="0">
              <a:buNone/>
              <a:defRPr sz="3200" b="1"/>
            </a:lvl5pPr>
            <a:lvl6pPr marL="4572000" indent="0">
              <a:buNone/>
              <a:defRPr sz="3200" b="1"/>
            </a:lvl6pPr>
            <a:lvl7pPr marL="5486400" indent="0">
              <a:buNone/>
              <a:defRPr sz="3200" b="1"/>
            </a:lvl7pPr>
            <a:lvl8pPr marL="6400800" indent="0">
              <a:buNone/>
              <a:defRPr sz="3200" b="1"/>
            </a:lvl8pPr>
            <a:lvl9pPr marL="7315200" indent="0">
              <a:buNone/>
              <a:defRPr sz="3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59684" y="5010150"/>
            <a:ext cx="7736680" cy="73691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258301" y="3362326"/>
            <a:ext cx="7774782" cy="1647824"/>
          </a:xfrm>
        </p:spPr>
        <p:txBody>
          <a:bodyPr anchor="b"/>
          <a:lstStyle>
            <a:lvl1pPr marL="0" indent="0">
              <a:buNone/>
              <a:defRPr sz="4800" b="1"/>
            </a:lvl1pPr>
            <a:lvl2pPr marL="914400" indent="0">
              <a:buNone/>
              <a:defRPr sz="4000" b="1"/>
            </a:lvl2pPr>
            <a:lvl3pPr marL="1828800" indent="0">
              <a:buNone/>
              <a:defRPr sz="3600" b="1"/>
            </a:lvl3pPr>
            <a:lvl4pPr marL="2743200" indent="0">
              <a:buNone/>
              <a:defRPr sz="3200" b="1"/>
            </a:lvl4pPr>
            <a:lvl5pPr marL="3657600" indent="0">
              <a:buNone/>
              <a:defRPr sz="3200" b="1"/>
            </a:lvl5pPr>
            <a:lvl6pPr marL="4572000" indent="0">
              <a:buNone/>
              <a:defRPr sz="3200" b="1"/>
            </a:lvl6pPr>
            <a:lvl7pPr marL="5486400" indent="0">
              <a:buNone/>
              <a:defRPr sz="3200" b="1"/>
            </a:lvl7pPr>
            <a:lvl8pPr marL="6400800" indent="0">
              <a:buNone/>
              <a:defRPr sz="3200" b="1"/>
            </a:lvl8pPr>
            <a:lvl9pPr marL="7315200" indent="0">
              <a:buNone/>
              <a:defRPr sz="3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258301" y="5010150"/>
            <a:ext cx="7774782" cy="73691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653A69-F55D-6944-9B3A-CF37B0944481}" type="datetimeFigureOut">
              <a:rPr lang="en-US" smtClean="0"/>
              <a:t>6/6/25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5EC21-EEAC-FE46-ABB5-30196B9FA5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63544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653A69-F55D-6944-9B3A-CF37B0944481}" type="datetimeFigureOut">
              <a:rPr lang="en-US" smtClean="0"/>
              <a:t>6/6/25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5EC21-EEAC-FE46-ABB5-30196B9FA5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443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653A69-F55D-6944-9B3A-CF37B0944481}" type="datetimeFigureOut">
              <a:rPr lang="en-US" smtClean="0"/>
              <a:t>6/6/25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5EC21-EEAC-FE46-ABB5-30196B9FA5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18531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2" y="914400"/>
            <a:ext cx="5898356" cy="3200400"/>
          </a:xfrm>
        </p:spPr>
        <p:txBody>
          <a:bodyPr anchor="b"/>
          <a:lstStyle>
            <a:lvl1pPr>
              <a:defRPr sz="6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774782" y="1974853"/>
            <a:ext cx="9258300" cy="9747250"/>
          </a:xfrm>
        </p:spPr>
        <p:txBody>
          <a:bodyPr/>
          <a:lstStyle>
            <a:lvl1pPr>
              <a:defRPr sz="6400"/>
            </a:lvl1pPr>
            <a:lvl2pPr>
              <a:defRPr sz="5600"/>
            </a:lvl2pPr>
            <a:lvl3pPr>
              <a:defRPr sz="4800"/>
            </a:lvl3pPr>
            <a:lvl4pPr>
              <a:defRPr sz="4000"/>
            </a:lvl4pPr>
            <a:lvl5pPr>
              <a:defRPr sz="4000"/>
            </a:lvl5pPr>
            <a:lvl6pPr>
              <a:defRPr sz="4000"/>
            </a:lvl6pPr>
            <a:lvl7pPr>
              <a:defRPr sz="4000"/>
            </a:lvl7pPr>
            <a:lvl8pPr>
              <a:defRPr sz="4000"/>
            </a:lvl8pPr>
            <a:lvl9pPr>
              <a:defRPr sz="4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59682" y="4114800"/>
            <a:ext cx="5898356" cy="7623176"/>
          </a:xfrm>
        </p:spPr>
        <p:txBody>
          <a:bodyPr/>
          <a:lstStyle>
            <a:lvl1pPr marL="0" indent="0">
              <a:buNone/>
              <a:defRPr sz="3200"/>
            </a:lvl1pPr>
            <a:lvl2pPr marL="914400" indent="0">
              <a:buNone/>
              <a:defRPr sz="2800"/>
            </a:lvl2pPr>
            <a:lvl3pPr marL="1828800" indent="0">
              <a:buNone/>
              <a:defRPr sz="2400"/>
            </a:lvl3pPr>
            <a:lvl4pPr marL="2743200" indent="0">
              <a:buNone/>
              <a:defRPr sz="2000"/>
            </a:lvl4pPr>
            <a:lvl5pPr marL="3657600" indent="0">
              <a:buNone/>
              <a:defRPr sz="2000"/>
            </a:lvl5pPr>
            <a:lvl6pPr marL="4572000" indent="0">
              <a:buNone/>
              <a:defRPr sz="2000"/>
            </a:lvl6pPr>
            <a:lvl7pPr marL="5486400" indent="0">
              <a:buNone/>
              <a:defRPr sz="2000"/>
            </a:lvl7pPr>
            <a:lvl8pPr marL="6400800" indent="0">
              <a:buNone/>
              <a:defRPr sz="2000"/>
            </a:lvl8pPr>
            <a:lvl9pPr marL="7315200" indent="0">
              <a:buNone/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653A69-F55D-6944-9B3A-CF37B0944481}" type="datetimeFigureOut">
              <a:rPr lang="en-US" smtClean="0"/>
              <a:t>6/6/25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5EC21-EEAC-FE46-ABB5-30196B9FA5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78513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2" y="914400"/>
            <a:ext cx="5898356" cy="3200400"/>
          </a:xfrm>
        </p:spPr>
        <p:txBody>
          <a:bodyPr anchor="b"/>
          <a:lstStyle>
            <a:lvl1pPr>
              <a:defRPr sz="6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774782" y="1974853"/>
            <a:ext cx="9258300" cy="9747250"/>
          </a:xfrm>
        </p:spPr>
        <p:txBody>
          <a:bodyPr anchor="t"/>
          <a:lstStyle>
            <a:lvl1pPr marL="0" indent="0">
              <a:buNone/>
              <a:defRPr sz="6400"/>
            </a:lvl1pPr>
            <a:lvl2pPr marL="914400" indent="0">
              <a:buNone/>
              <a:defRPr sz="5600"/>
            </a:lvl2pPr>
            <a:lvl3pPr marL="1828800" indent="0">
              <a:buNone/>
              <a:defRPr sz="4800"/>
            </a:lvl3pPr>
            <a:lvl4pPr marL="2743200" indent="0">
              <a:buNone/>
              <a:defRPr sz="4000"/>
            </a:lvl4pPr>
            <a:lvl5pPr marL="3657600" indent="0">
              <a:buNone/>
              <a:defRPr sz="4000"/>
            </a:lvl5pPr>
            <a:lvl6pPr marL="4572000" indent="0">
              <a:buNone/>
              <a:defRPr sz="4000"/>
            </a:lvl6pPr>
            <a:lvl7pPr marL="5486400" indent="0">
              <a:buNone/>
              <a:defRPr sz="4000"/>
            </a:lvl7pPr>
            <a:lvl8pPr marL="6400800" indent="0">
              <a:buNone/>
              <a:defRPr sz="4000"/>
            </a:lvl8pPr>
            <a:lvl9pPr marL="7315200" indent="0">
              <a:buNone/>
              <a:defRPr sz="4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59682" y="4114800"/>
            <a:ext cx="5898356" cy="7623176"/>
          </a:xfrm>
        </p:spPr>
        <p:txBody>
          <a:bodyPr/>
          <a:lstStyle>
            <a:lvl1pPr marL="0" indent="0">
              <a:buNone/>
              <a:defRPr sz="3200"/>
            </a:lvl1pPr>
            <a:lvl2pPr marL="914400" indent="0">
              <a:buNone/>
              <a:defRPr sz="2800"/>
            </a:lvl2pPr>
            <a:lvl3pPr marL="1828800" indent="0">
              <a:buNone/>
              <a:defRPr sz="2400"/>
            </a:lvl3pPr>
            <a:lvl4pPr marL="2743200" indent="0">
              <a:buNone/>
              <a:defRPr sz="2000"/>
            </a:lvl4pPr>
            <a:lvl5pPr marL="3657600" indent="0">
              <a:buNone/>
              <a:defRPr sz="2000"/>
            </a:lvl5pPr>
            <a:lvl6pPr marL="4572000" indent="0">
              <a:buNone/>
              <a:defRPr sz="2000"/>
            </a:lvl6pPr>
            <a:lvl7pPr marL="5486400" indent="0">
              <a:buNone/>
              <a:defRPr sz="2000"/>
            </a:lvl7pPr>
            <a:lvl8pPr marL="6400800" indent="0">
              <a:buNone/>
              <a:defRPr sz="2000"/>
            </a:lvl8pPr>
            <a:lvl9pPr marL="7315200" indent="0">
              <a:buNone/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653A69-F55D-6944-9B3A-CF37B0944481}" type="datetimeFigureOut">
              <a:rPr lang="en-US" smtClean="0"/>
              <a:t>6/6/25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5EC21-EEAC-FE46-ABB5-30196B9FA5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77485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653A69-F55D-6944-9B3A-CF37B0944481}" type="datetimeFigureOut">
              <a:rPr lang="en-US" smtClean="0"/>
              <a:t>6/6/25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5EC21-EEAC-FE46-ABB5-30196B9FA5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0741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3087351" y="730250"/>
            <a:ext cx="3943350" cy="1162367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57301" y="730250"/>
            <a:ext cx="11601450" cy="1162367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653A69-F55D-6944-9B3A-CF37B0944481}" type="datetimeFigureOut">
              <a:rPr lang="en-US" smtClean="0"/>
              <a:t>6/6/25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5EC21-EEAC-FE46-ABB5-30196B9FA5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04343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57300" y="730253"/>
            <a:ext cx="15773400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7300" y="3651250"/>
            <a:ext cx="15773400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57300" y="12712703"/>
            <a:ext cx="411480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4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0653A69-F55D-6944-9B3A-CF37B0944481}" type="datetimeFigureOut">
              <a:rPr lang="en-US" smtClean="0"/>
              <a:t>6/6/25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57900" y="12712703"/>
            <a:ext cx="617220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4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915900" y="12712703"/>
            <a:ext cx="411480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45EC21-EEAC-FE46-ABB5-30196B9FA5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66620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1828800" rtl="0" eaLnBrk="1" latinLnBrk="0" hangingPunct="1">
        <a:lnSpc>
          <a:spcPct val="90000"/>
        </a:lnSpc>
        <a:spcBef>
          <a:spcPct val="0"/>
        </a:spcBef>
        <a:buNone/>
        <a:defRPr sz="8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200" indent="-457200" algn="l" defTabSz="18288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5600" kern="1200">
          <a:solidFill>
            <a:schemeClr val="tx1"/>
          </a:solidFill>
          <a:latin typeface="+mn-lt"/>
          <a:ea typeface="+mn-ea"/>
          <a:cs typeface="+mn-cs"/>
        </a:defRPr>
      </a:lvl1pPr>
      <a:lvl2pPr marL="13716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60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4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8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92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6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80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4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6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20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5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0DAFB23-77E1-BF91-4138-CEED223AD10B}"/>
              </a:ext>
            </a:extLst>
          </p:cNvPr>
          <p:cNvSpPr/>
          <p:nvPr/>
        </p:nvSpPr>
        <p:spPr>
          <a:xfrm>
            <a:off x="5390688" y="5875234"/>
            <a:ext cx="1663700" cy="304800"/>
          </a:xfrm>
          <a:prstGeom prst="rect">
            <a:avLst/>
          </a:prstGeom>
          <a:solidFill>
            <a:srgbClr val="7FA9D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fragments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CD082D9-3051-EC9D-2139-29B7DF207264}"/>
              </a:ext>
            </a:extLst>
          </p:cNvPr>
          <p:cNvSpPr/>
          <p:nvPr/>
        </p:nvSpPr>
        <p:spPr>
          <a:xfrm>
            <a:off x="738806" y="3583360"/>
            <a:ext cx="5378915" cy="607452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&lt;</a:t>
            </a:r>
            <a:r>
              <a:rPr lang="en-US" dirty="0" err="1">
                <a:solidFill>
                  <a:schemeClr val="tx1"/>
                </a:solidFill>
              </a:rPr>
              <a:t>image_name</a:t>
            </a:r>
            <a:r>
              <a:rPr lang="en-US" dirty="0">
                <a:solidFill>
                  <a:schemeClr val="tx1"/>
                </a:solidFill>
              </a:rPr>
              <a:t>&gt;_tissue_1.geojson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(</a:t>
            </a:r>
            <a:r>
              <a:rPr lang="en-US" dirty="0" err="1">
                <a:solidFill>
                  <a:schemeClr val="tx1"/>
                </a:solidFill>
              </a:rPr>
              <a:t>fe_si_models</a:t>
            </a:r>
            <a:r>
              <a:rPr lang="en-US" dirty="0">
                <a:solidFill>
                  <a:schemeClr val="tx1"/>
                </a:solidFill>
              </a:rPr>
              <a:t>/</a:t>
            </a:r>
            <a:r>
              <a:rPr lang="en-US" dirty="0" err="1">
                <a:solidFill>
                  <a:schemeClr val="tx1"/>
                </a:solidFill>
              </a:rPr>
              <a:t>tissue_vs_glass</a:t>
            </a:r>
            <a:r>
              <a:rPr lang="en-US" dirty="0">
                <a:solidFill>
                  <a:schemeClr val="tx1"/>
                </a:solidFill>
              </a:rPr>
              <a:t>/output/</a:t>
            </a:r>
            <a:r>
              <a:rPr lang="en-US" dirty="0" err="1">
                <a:solidFill>
                  <a:schemeClr val="tx1"/>
                </a:solidFill>
              </a:rPr>
              <a:t>export_tissue</a:t>
            </a:r>
            <a:r>
              <a:rPr lang="en-US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4A1FAA5-5688-3190-864F-A152A375E531}"/>
              </a:ext>
            </a:extLst>
          </p:cNvPr>
          <p:cNvSpPr/>
          <p:nvPr/>
        </p:nvSpPr>
        <p:spPr>
          <a:xfrm>
            <a:off x="816256" y="7141430"/>
            <a:ext cx="5378915" cy="38232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&lt;</a:t>
            </a:r>
            <a:r>
              <a:rPr lang="en-US" dirty="0" err="1">
                <a:solidFill>
                  <a:schemeClr val="tx1"/>
                </a:solidFill>
              </a:rPr>
              <a:t>image_name</a:t>
            </a:r>
            <a:r>
              <a:rPr lang="en-US" dirty="0">
                <a:solidFill>
                  <a:schemeClr val="tx1"/>
                </a:solidFill>
              </a:rPr>
              <a:t>&gt;_</a:t>
            </a:r>
            <a:r>
              <a:rPr lang="en-US" dirty="0" err="1">
                <a:solidFill>
                  <a:schemeClr val="tx1"/>
                </a:solidFill>
              </a:rPr>
              <a:t>fragments.geojson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6CC1534-AD7F-9E54-97D1-060E054C4364}"/>
              </a:ext>
            </a:extLst>
          </p:cNvPr>
          <p:cNvSpPr/>
          <p:nvPr/>
        </p:nvSpPr>
        <p:spPr>
          <a:xfrm>
            <a:off x="2056067" y="8179144"/>
            <a:ext cx="2899291" cy="359742"/>
          </a:xfrm>
          <a:prstGeom prst="rect">
            <a:avLst/>
          </a:prstGeom>
          <a:solidFill>
            <a:srgbClr val="A28F8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import_fragments</a:t>
            </a:r>
            <a:endParaRPr lang="en-US" dirty="0">
              <a:solidFill>
                <a:schemeClr val="tx1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E1986F3-78E7-974F-8EB1-3A854573FF71}"/>
              </a:ext>
            </a:extLst>
          </p:cNvPr>
          <p:cNvGrpSpPr/>
          <p:nvPr/>
        </p:nvGrpSpPr>
        <p:grpSpPr>
          <a:xfrm>
            <a:off x="328498" y="383784"/>
            <a:ext cx="6353656" cy="2377846"/>
            <a:chOff x="7280283" y="3609928"/>
            <a:chExt cx="6353656" cy="2377846"/>
          </a:xfrm>
        </p:grpSpPr>
        <p:grpSp>
          <p:nvGrpSpPr>
            <p:cNvPr id="155" name="Group 154">
              <a:extLst>
                <a:ext uri="{FF2B5EF4-FFF2-40B4-BE49-F238E27FC236}">
                  <a16:creationId xmlns:a16="http://schemas.microsoft.com/office/drawing/2014/main" id="{904B1F9F-935B-FBB8-4F3C-C83B901D392B}"/>
                </a:ext>
              </a:extLst>
            </p:cNvPr>
            <p:cNvGrpSpPr/>
            <p:nvPr/>
          </p:nvGrpSpPr>
          <p:grpSpPr>
            <a:xfrm>
              <a:off x="7280283" y="3609928"/>
              <a:ext cx="6353656" cy="2377846"/>
              <a:chOff x="-156841" y="227794"/>
              <a:chExt cx="6353656" cy="2377846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8843770C-9A1B-7441-BD52-7D5F57AFF1CD}"/>
                  </a:ext>
                </a:extLst>
              </p:cNvPr>
              <p:cNvSpPr/>
              <p:nvPr/>
            </p:nvSpPr>
            <p:spPr>
              <a:xfrm>
                <a:off x="-156062" y="707652"/>
                <a:ext cx="6352877" cy="1897988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B467601-AB19-2D24-BB84-DA9D61AC6EEF}"/>
                  </a:ext>
                </a:extLst>
              </p:cNvPr>
              <p:cNvSpPr txBox="1"/>
              <p:nvPr/>
            </p:nvSpPr>
            <p:spPr>
              <a:xfrm>
                <a:off x="1878647" y="881038"/>
                <a:ext cx="1117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Scripts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6574E85-697E-6627-AD23-ED9659FF3996}"/>
                  </a:ext>
                </a:extLst>
              </p:cNvPr>
              <p:cNvSpPr txBox="1"/>
              <p:nvPr/>
            </p:nvSpPr>
            <p:spPr>
              <a:xfrm>
                <a:off x="4556779" y="938937"/>
                <a:ext cx="1117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Files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C7530896-CD76-43A5-5998-057AE6E5F35C}"/>
                  </a:ext>
                </a:extLst>
              </p:cNvPr>
              <p:cNvSpPr/>
              <p:nvPr/>
            </p:nvSpPr>
            <p:spPr>
              <a:xfrm>
                <a:off x="1860573" y="1797318"/>
                <a:ext cx="1663700" cy="304800"/>
              </a:xfrm>
              <a:prstGeom prst="rect">
                <a:avLst/>
              </a:prstGeom>
              <a:solidFill>
                <a:srgbClr val="7FA9D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R Markdown</a:t>
                </a: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B5135D63-3D94-843F-5D57-2C7DD445EB1C}"/>
                  </a:ext>
                </a:extLst>
              </p:cNvPr>
              <p:cNvSpPr/>
              <p:nvPr/>
            </p:nvSpPr>
            <p:spPr>
              <a:xfrm>
                <a:off x="1878647" y="1298210"/>
                <a:ext cx="1892300" cy="304800"/>
              </a:xfrm>
              <a:prstGeom prst="rect">
                <a:avLst/>
              </a:prstGeom>
              <a:solidFill>
                <a:srgbClr val="A28F8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Groovy (</a:t>
                </a:r>
                <a:r>
                  <a:rPr lang="en-US" dirty="0" err="1">
                    <a:solidFill>
                      <a:schemeClr val="tx1"/>
                    </a:solidFill>
                  </a:rPr>
                  <a:t>qupath</a:t>
                </a:r>
                <a:r>
                  <a:rPr lang="en-US" dirty="0">
                    <a:solidFill>
                      <a:schemeClr val="tx1"/>
                    </a:solidFill>
                  </a:rPr>
                  <a:t>)</a:t>
                </a: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65D58098-2EA5-9A3D-20F4-26ECD1FC63BF}"/>
                  </a:ext>
                </a:extLst>
              </p:cNvPr>
              <p:cNvSpPr/>
              <p:nvPr/>
            </p:nvSpPr>
            <p:spPr>
              <a:xfrm>
                <a:off x="4524260" y="1696445"/>
                <a:ext cx="1409700" cy="304800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 err="1">
                    <a:solidFill>
                      <a:schemeClr val="tx1"/>
                    </a:solidFill>
                  </a:rPr>
                  <a:t>geojson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3B6C3C1-BF04-3E8B-0E4B-CC4B2D6D913A}"/>
                  </a:ext>
                </a:extLst>
              </p:cNvPr>
              <p:cNvSpPr txBox="1"/>
              <p:nvPr/>
            </p:nvSpPr>
            <p:spPr>
              <a:xfrm>
                <a:off x="-139008" y="881038"/>
                <a:ext cx="1117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SOPs</a:t>
                </a: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92E8BECB-5D0D-64B4-B0BA-52A0726C7253}"/>
                  </a:ext>
                </a:extLst>
              </p:cNvPr>
              <p:cNvSpPr/>
              <p:nvPr/>
            </p:nvSpPr>
            <p:spPr>
              <a:xfrm>
                <a:off x="-38138" y="1304058"/>
                <a:ext cx="1663700" cy="304800"/>
              </a:xfrm>
              <a:prstGeom prst="rect">
                <a:avLst/>
              </a:prstGeom>
              <a:solidFill>
                <a:srgbClr val="FFBA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google slides</a:t>
                </a: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D5B5D839-82B3-8B67-6E17-7253A5283FA7}"/>
                  </a:ext>
                </a:extLst>
              </p:cNvPr>
              <p:cNvSpPr txBox="1"/>
              <p:nvPr/>
            </p:nvSpPr>
            <p:spPr>
              <a:xfrm>
                <a:off x="-156841" y="227794"/>
                <a:ext cx="1930073" cy="3784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Legend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49DBBE4-0642-14AA-DCA8-AC69636B4A18}"/>
                  </a:ext>
                </a:extLst>
              </p:cNvPr>
              <p:cNvSpPr/>
              <p:nvPr/>
            </p:nvSpPr>
            <p:spPr>
              <a:xfrm>
                <a:off x="4515565" y="1283049"/>
                <a:ext cx="1409700" cy="304800"/>
              </a:xfrm>
              <a:prstGeom prst="rect">
                <a:avLst/>
              </a:prstGeom>
              <a:solidFill>
                <a:srgbClr val="FAF0E6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 err="1">
                    <a:solidFill>
                      <a:schemeClr val="tx1"/>
                    </a:solidFill>
                  </a:rPr>
                  <a:t>json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80A75A70-6AF1-8A35-DA93-1261F3CCC7E1}"/>
                </a:ext>
              </a:extLst>
            </p:cNvPr>
            <p:cNvSpPr/>
            <p:nvPr/>
          </p:nvSpPr>
          <p:spPr>
            <a:xfrm>
              <a:off x="11952689" y="5526796"/>
              <a:ext cx="1409700" cy="304800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xlsx</a:t>
              </a:r>
            </a:p>
          </p:txBody>
        </p:sp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7150AEFB-5856-9665-E9B7-70B032964AAF}"/>
              </a:ext>
            </a:extLst>
          </p:cNvPr>
          <p:cNvSpPr/>
          <p:nvPr/>
        </p:nvSpPr>
        <p:spPr>
          <a:xfrm>
            <a:off x="6527251" y="3592916"/>
            <a:ext cx="5378915" cy="607452"/>
          </a:xfrm>
          <a:prstGeom prst="rect">
            <a:avLst/>
          </a:prstGeom>
          <a:solidFill>
            <a:srgbClr val="FAF0E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subset_&lt;</a:t>
            </a:r>
            <a:r>
              <a:rPr lang="en-US" dirty="0" err="1">
                <a:solidFill>
                  <a:schemeClr val="tx1"/>
                </a:solidFill>
              </a:rPr>
              <a:t>image_subset</a:t>
            </a:r>
            <a:r>
              <a:rPr lang="en-US" dirty="0">
                <a:solidFill>
                  <a:schemeClr val="tx1"/>
                </a:solidFill>
              </a:rPr>
              <a:t>&gt;.</a:t>
            </a:r>
            <a:r>
              <a:rPr lang="en-US" dirty="0" err="1">
                <a:solidFill>
                  <a:schemeClr val="tx1"/>
                </a:solidFill>
              </a:rPr>
              <a:t>json</a:t>
            </a:r>
            <a:endParaRPr lang="en-US" dirty="0">
              <a:solidFill>
                <a:schemeClr val="tx1"/>
              </a:solidFill>
            </a:endParaRPr>
          </a:p>
          <a:p>
            <a:pPr algn="ctr"/>
            <a:r>
              <a:rPr lang="en-US" dirty="0">
                <a:solidFill>
                  <a:schemeClr val="tx1"/>
                </a:solidFill>
              </a:rPr>
              <a:t>(</a:t>
            </a:r>
            <a:r>
              <a:rPr lang="en-US" dirty="0" err="1">
                <a:solidFill>
                  <a:schemeClr val="tx1"/>
                </a:solidFill>
              </a:rPr>
              <a:t>fe_si_images</a:t>
            </a:r>
            <a:r>
              <a:rPr lang="en-US" dirty="0">
                <a:solidFill>
                  <a:schemeClr val="tx1"/>
                </a:solidFill>
              </a:rPr>
              <a:t>/output/</a:t>
            </a:r>
            <a:r>
              <a:rPr lang="en-US" dirty="0" err="1">
                <a:solidFill>
                  <a:schemeClr val="tx1"/>
                </a:solidFill>
              </a:rPr>
              <a:t>process_subset</a:t>
            </a:r>
            <a:r>
              <a:rPr lang="en-US" dirty="0">
                <a:solidFill>
                  <a:schemeClr val="tx1"/>
                </a:solidFill>
              </a:rPr>
              <a:t>/)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5E84782-205F-874D-A4AC-2927CCFEC562}"/>
              </a:ext>
            </a:extLst>
          </p:cNvPr>
          <p:cNvSpPr/>
          <p:nvPr/>
        </p:nvSpPr>
        <p:spPr>
          <a:xfrm>
            <a:off x="329276" y="3105741"/>
            <a:ext cx="11786524" cy="189798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AE3B1524-4036-9028-09A2-3666CACB8FF5}"/>
              </a:ext>
            </a:extLst>
          </p:cNvPr>
          <p:cNvCxnSpPr>
            <a:cxnSpLocks/>
            <a:stCxn id="9" idx="2"/>
            <a:endCxn id="2" idx="0"/>
          </p:cNvCxnSpPr>
          <p:nvPr/>
        </p:nvCxnSpPr>
        <p:spPr>
          <a:xfrm>
            <a:off x="6222538" y="5003728"/>
            <a:ext cx="0" cy="8715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42057E1-28B4-9436-ABEF-7D5DAA0EA1E5}"/>
              </a:ext>
            </a:extLst>
          </p:cNvPr>
          <p:cNvCxnSpPr>
            <a:stCxn id="4" idx="2"/>
            <a:endCxn id="5" idx="0"/>
          </p:cNvCxnSpPr>
          <p:nvPr/>
        </p:nvCxnSpPr>
        <p:spPr>
          <a:xfrm flipH="1">
            <a:off x="3505713" y="7523750"/>
            <a:ext cx="1" cy="6553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7FB8DFD7-3DD0-8AAE-F97A-7197E59CC329}"/>
              </a:ext>
            </a:extLst>
          </p:cNvPr>
          <p:cNvSpPr/>
          <p:nvPr/>
        </p:nvSpPr>
        <p:spPr>
          <a:xfrm>
            <a:off x="6454543" y="7134494"/>
            <a:ext cx="5331054" cy="389256"/>
          </a:xfrm>
          <a:prstGeom prst="rect">
            <a:avLst/>
          </a:prstGeom>
          <a:solidFill>
            <a:srgbClr val="FAF0E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fragment_metadata</a:t>
            </a:r>
            <a:r>
              <a:rPr lang="en-US" dirty="0">
                <a:solidFill>
                  <a:schemeClr val="tx1"/>
                </a:solidFill>
              </a:rPr>
              <a:t>_&lt;</a:t>
            </a:r>
            <a:r>
              <a:rPr lang="en-US" dirty="0" err="1">
                <a:solidFill>
                  <a:schemeClr val="tx1"/>
                </a:solidFill>
              </a:rPr>
              <a:t>image_subset</a:t>
            </a:r>
            <a:r>
              <a:rPr lang="en-US" dirty="0">
                <a:solidFill>
                  <a:schemeClr val="tx1"/>
                </a:solidFill>
              </a:rPr>
              <a:t>&gt;.</a:t>
            </a:r>
            <a:r>
              <a:rPr lang="en-US" dirty="0" err="1">
                <a:solidFill>
                  <a:schemeClr val="tx1"/>
                </a:solidFill>
              </a:rPr>
              <a:t>json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C5632F14-C983-3D06-3371-7B59ABBBB794}"/>
              </a:ext>
            </a:extLst>
          </p:cNvPr>
          <p:cNvSpPr/>
          <p:nvPr/>
        </p:nvSpPr>
        <p:spPr>
          <a:xfrm>
            <a:off x="328498" y="6858000"/>
            <a:ext cx="11786524" cy="189798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8D868A29-CBF3-E5A8-25C2-137DC320A5FA}"/>
              </a:ext>
            </a:extLst>
          </p:cNvPr>
          <p:cNvCxnSpPr>
            <a:stCxn id="2" idx="2"/>
            <a:endCxn id="37" idx="0"/>
          </p:cNvCxnSpPr>
          <p:nvPr/>
        </p:nvCxnSpPr>
        <p:spPr>
          <a:xfrm flipH="1">
            <a:off x="6221760" y="6180034"/>
            <a:ext cx="778" cy="6779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71713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185959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496</TotalTime>
  <Words>86</Words>
  <Application>Microsoft Macintosh PowerPoint</Application>
  <PresentationFormat>Custom</PresentationFormat>
  <Paragraphs>19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Judit Emilia Magnusson Wulcan</dc:creator>
  <cp:lastModifiedBy>Judit Emilia Magnusson Wulcan</cp:lastModifiedBy>
  <cp:revision>11</cp:revision>
  <dcterms:created xsi:type="dcterms:W3CDTF">2025-03-05T23:24:07Z</dcterms:created>
  <dcterms:modified xsi:type="dcterms:W3CDTF">2025-06-06T23:12:37Z</dcterms:modified>
</cp:coreProperties>
</file>