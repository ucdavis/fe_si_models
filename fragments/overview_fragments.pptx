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sldIdLst>
    <p:sldId id="256" r:id="rId2"/>
  </p:sldIdLst>
  <p:sldSz cx="18288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79"/>
    <p:restoredTop sz="94479"/>
  </p:normalViewPr>
  <p:slideViewPr>
    <p:cSldViewPr snapToGrid="0">
      <p:cViewPr varScale="1">
        <p:scale>
          <a:sx n="51" d="100"/>
          <a:sy n="51" d="100"/>
        </p:scale>
        <p:origin x="6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CFEC4-4E45-284D-BF69-DE46D4CD819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C351F-76B5-D34F-B325-5C69741F5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715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C351F-76B5-D34F-B325-5C69741F50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720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44726"/>
            <a:ext cx="155448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7204076"/>
            <a:ext cx="13716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609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511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3419479"/>
            <a:ext cx="157734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9178929"/>
            <a:ext cx="157734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9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3651250"/>
            <a:ext cx="77724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3651250"/>
            <a:ext cx="77724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02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730253"/>
            <a:ext cx="157734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3362326"/>
            <a:ext cx="7736680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5010150"/>
            <a:ext cx="7736680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3362326"/>
            <a:ext cx="7774782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5010150"/>
            <a:ext cx="7774782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4/24/25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354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4/24/25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3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4/24/25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853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14400"/>
            <a:ext cx="5898356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974853"/>
            <a:ext cx="92583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4114800"/>
            <a:ext cx="5898356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51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14400"/>
            <a:ext cx="5898356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974853"/>
            <a:ext cx="92583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4114800"/>
            <a:ext cx="5898356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48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074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730250"/>
            <a:ext cx="394335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730250"/>
            <a:ext cx="1160145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34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730253"/>
            <a:ext cx="157734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3651250"/>
            <a:ext cx="157734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12712703"/>
            <a:ext cx="41148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653A69-F55D-6944-9B3A-CF37B0944481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2712703"/>
            <a:ext cx="6172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12712703"/>
            <a:ext cx="41148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62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DAFB23-77E1-BF91-4138-CEED223AD10B}"/>
              </a:ext>
            </a:extLst>
          </p:cNvPr>
          <p:cNvSpPr/>
          <p:nvPr/>
        </p:nvSpPr>
        <p:spPr>
          <a:xfrm>
            <a:off x="5390688" y="5875234"/>
            <a:ext cx="1663700" cy="304800"/>
          </a:xfrm>
          <a:prstGeom prst="rect">
            <a:avLst/>
          </a:prstGeom>
          <a:solidFill>
            <a:srgbClr val="7FA9D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fragments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D082D9-3051-EC9D-2139-29B7DF207264}"/>
              </a:ext>
            </a:extLst>
          </p:cNvPr>
          <p:cNvSpPr/>
          <p:nvPr/>
        </p:nvSpPr>
        <p:spPr>
          <a:xfrm>
            <a:off x="738806" y="3583360"/>
            <a:ext cx="5378915" cy="60745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&lt;</a:t>
            </a:r>
            <a:r>
              <a:rPr lang="en-US" dirty="0" err="1">
                <a:solidFill>
                  <a:schemeClr val="tx1"/>
                </a:solidFill>
              </a:rPr>
              <a:t>image_name</a:t>
            </a:r>
            <a:r>
              <a:rPr lang="en-US" dirty="0">
                <a:solidFill>
                  <a:schemeClr val="tx1"/>
                </a:solidFill>
              </a:rPr>
              <a:t>&gt;_tissue_1.geojson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fe_si_models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en-US" dirty="0" err="1">
                <a:solidFill>
                  <a:schemeClr val="tx1"/>
                </a:solidFill>
              </a:rPr>
              <a:t>tissue_vs_glass</a:t>
            </a:r>
            <a:r>
              <a:rPr lang="en-US" dirty="0">
                <a:solidFill>
                  <a:schemeClr val="tx1"/>
                </a:solidFill>
              </a:rPr>
              <a:t>/output/</a:t>
            </a:r>
            <a:r>
              <a:rPr lang="en-US" dirty="0" err="1">
                <a:solidFill>
                  <a:schemeClr val="tx1"/>
                </a:solidFill>
              </a:rPr>
              <a:t>export_tissue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A1FAA5-5688-3190-864F-A152A375E531}"/>
              </a:ext>
            </a:extLst>
          </p:cNvPr>
          <p:cNvSpPr/>
          <p:nvPr/>
        </p:nvSpPr>
        <p:spPr>
          <a:xfrm>
            <a:off x="816256" y="7141430"/>
            <a:ext cx="5378915" cy="3823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&lt;</a:t>
            </a:r>
            <a:r>
              <a:rPr lang="en-US" dirty="0" err="1">
                <a:solidFill>
                  <a:schemeClr val="tx1"/>
                </a:solidFill>
              </a:rPr>
              <a:t>image_name</a:t>
            </a:r>
            <a:r>
              <a:rPr lang="en-US" dirty="0">
                <a:solidFill>
                  <a:schemeClr val="tx1"/>
                </a:solidFill>
              </a:rPr>
              <a:t>&gt;_</a:t>
            </a:r>
            <a:r>
              <a:rPr lang="en-US" dirty="0" err="1">
                <a:solidFill>
                  <a:schemeClr val="tx1"/>
                </a:solidFill>
              </a:rPr>
              <a:t>fragments.geojson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CC1534-AD7F-9E54-97D1-060E054C4364}"/>
              </a:ext>
            </a:extLst>
          </p:cNvPr>
          <p:cNvSpPr/>
          <p:nvPr/>
        </p:nvSpPr>
        <p:spPr>
          <a:xfrm>
            <a:off x="2056067" y="8179144"/>
            <a:ext cx="2899291" cy="359742"/>
          </a:xfrm>
          <a:prstGeom prst="rect">
            <a:avLst/>
          </a:prstGeom>
          <a:solidFill>
            <a:srgbClr val="A28F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import_fragments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E1986F3-78E7-974F-8EB1-3A854573FF71}"/>
              </a:ext>
            </a:extLst>
          </p:cNvPr>
          <p:cNvGrpSpPr/>
          <p:nvPr/>
        </p:nvGrpSpPr>
        <p:grpSpPr>
          <a:xfrm>
            <a:off x="328498" y="383784"/>
            <a:ext cx="6353656" cy="2377846"/>
            <a:chOff x="7280283" y="3609928"/>
            <a:chExt cx="6353656" cy="2377846"/>
          </a:xfrm>
        </p:grpSpPr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904B1F9F-935B-FBB8-4F3C-C83B901D392B}"/>
                </a:ext>
              </a:extLst>
            </p:cNvPr>
            <p:cNvGrpSpPr/>
            <p:nvPr/>
          </p:nvGrpSpPr>
          <p:grpSpPr>
            <a:xfrm>
              <a:off x="7280283" y="3609928"/>
              <a:ext cx="6353656" cy="2377846"/>
              <a:chOff x="-156841" y="227794"/>
              <a:chExt cx="6353656" cy="2377846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843770C-9A1B-7441-BD52-7D5F57AFF1CD}"/>
                  </a:ext>
                </a:extLst>
              </p:cNvPr>
              <p:cNvSpPr/>
              <p:nvPr/>
            </p:nvSpPr>
            <p:spPr>
              <a:xfrm>
                <a:off x="-156062" y="707652"/>
                <a:ext cx="6352877" cy="18979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B467601-AB19-2D24-BB84-DA9D61AC6EEF}"/>
                  </a:ext>
                </a:extLst>
              </p:cNvPr>
              <p:cNvSpPr txBox="1"/>
              <p:nvPr/>
            </p:nvSpPr>
            <p:spPr>
              <a:xfrm>
                <a:off x="1878647" y="881038"/>
                <a:ext cx="1117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Scripts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6574E85-697E-6627-AD23-ED9659FF3996}"/>
                  </a:ext>
                </a:extLst>
              </p:cNvPr>
              <p:cNvSpPr txBox="1"/>
              <p:nvPr/>
            </p:nvSpPr>
            <p:spPr>
              <a:xfrm>
                <a:off x="4556779" y="938937"/>
                <a:ext cx="1117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Files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7530896-CD76-43A5-5998-057AE6E5F35C}"/>
                  </a:ext>
                </a:extLst>
              </p:cNvPr>
              <p:cNvSpPr/>
              <p:nvPr/>
            </p:nvSpPr>
            <p:spPr>
              <a:xfrm>
                <a:off x="1860573" y="1797318"/>
                <a:ext cx="1663700" cy="304800"/>
              </a:xfrm>
              <a:prstGeom prst="rect">
                <a:avLst/>
              </a:prstGeom>
              <a:solidFill>
                <a:srgbClr val="7FA9D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R Markdown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5135D63-3D94-843F-5D57-2C7DD445EB1C}"/>
                  </a:ext>
                </a:extLst>
              </p:cNvPr>
              <p:cNvSpPr/>
              <p:nvPr/>
            </p:nvSpPr>
            <p:spPr>
              <a:xfrm>
                <a:off x="1878647" y="1298210"/>
                <a:ext cx="1892300" cy="304800"/>
              </a:xfrm>
              <a:prstGeom prst="rect">
                <a:avLst/>
              </a:prstGeom>
              <a:solidFill>
                <a:srgbClr val="A28F8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Groovy (</a:t>
                </a:r>
                <a:r>
                  <a:rPr lang="en-US" dirty="0" err="1">
                    <a:solidFill>
                      <a:schemeClr val="tx1"/>
                    </a:solidFill>
                  </a:rPr>
                  <a:t>qupath</a:t>
                </a:r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5D58098-2EA5-9A3D-20F4-26ECD1FC63BF}"/>
                  </a:ext>
                </a:extLst>
              </p:cNvPr>
              <p:cNvSpPr/>
              <p:nvPr/>
            </p:nvSpPr>
            <p:spPr>
              <a:xfrm>
                <a:off x="4524260" y="1696445"/>
                <a:ext cx="1409700" cy="3048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geojson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3B6C3C1-BF04-3E8B-0E4B-CC4B2D6D913A}"/>
                  </a:ext>
                </a:extLst>
              </p:cNvPr>
              <p:cNvSpPr txBox="1"/>
              <p:nvPr/>
            </p:nvSpPr>
            <p:spPr>
              <a:xfrm>
                <a:off x="-139008" y="881038"/>
                <a:ext cx="1117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SOPs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2E8BECB-5D0D-64B4-B0BA-52A0726C7253}"/>
                  </a:ext>
                </a:extLst>
              </p:cNvPr>
              <p:cNvSpPr/>
              <p:nvPr/>
            </p:nvSpPr>
            <p:spPr>
              <a:xfrm>
                <a:off x="-38138" y="1304058"/>
                <a:ext cx="1663700" cy="304800"/>
              </a:xfrm>
              <a:prstGeom prst="rect">
                <a:avLst/>
              </a:prstGeom>
              <a:solidFill>
                <a:srgbClr val="FFBA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google slides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5B5D839-82B3-8B67-6E17-7253A5283FA7}"/>
                  </a:ext>
                </a:extLst>
              </p:cNvPr>
              <p:cNvSpPr txBox="1"/>
              <p:nvPr/>
            </p:nvSpPr>
            <p:spPr>
              <a:xfrm>
                <a:off x="-156841" y="227794"/>
                <a:ext cx="1930073" cy="378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Legend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49DBBE4-0642-14AA-DCA8-AC69636B4A18}"/>
                  </a:ext>
                </a:extLst>
              </p:cNvPr>
              <p:cNvSpPr/>
              <p:nvPr/>
            </p:nvSpPr>
            <p:spPr>
              <a:xfrm>
                <a:off x="4515565" y="1283049"/>
                <a:ext cx="1409700" cy="304800"/>
              </a:xfrm>
              <a:prstGeom prst="rect">
                <a:avLst/>
              </a:prstGeom>
              <a:solidFill>
                <a:srgbClr val="FAF0E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json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0A75A70-6AF1-8A35-DA93-1261F3CCC7E1}"/>
                </a:ext>
              </a:extLst>
            </p:cNvPr>
            <p:cNvSpPr/>
            <p:nvPr/>
          </p:nvSpPr>
          <p:spPr>
            <a:xfrm>
              <a:off x="11952689" y="5526796"/>
              <a:ext cx="1409700" cy="304800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xlsx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150AEFB-5856-9665-E9B7-70B032964AAF}"/>
              </a:ext>
            </a:extLst>
          </p:cNvPr>
          <p:cNvSpPr/>
          <p:nvPr/>
        </p:nvSpPr>
        <p:spPr>
          <a:xfrm>
            <a:off x="6527251" y="3592916"/>
            <a:ext cx="5378915" cy="607452"/>
          </a:xfrm>
          <a:prstGeom prst="rect">
            <a:avLst/>
          </a:prstGeom>
          <a:solidFill>
            <a:srgbClr val="FAF0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subset_&lt;</a:t>
            </a:r>
            <a:r>
              <a:rPr lang="en-US" dirty="0" err="1">
                <a:solidFill>
                  <a:schemeClr val="tx1"/>
                </a:solidFill>
              </a:rPr>
              <a:t>image_subset</a:t>
            </a:r>
            <a:r>
              <a:rPr lang="en-US" dirty="0">
                <a:solidFill>
                  <a:schemeClr val="tx1"/>
                </a:solidFill>
              </a:rPr>
              <a:t>&gt;.</a:t>
            </a:r>
            <a:r>
              <a:rPr lang="en-US" dirty="0" err="1">
                <a:solidFill>
                  <a:schemeClr val="tx1"/>
                </a:solidFill>
              </a:rPr>
              <a:t>json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fe_si_images</a:t>
            </a:r>
            <a:r>
              <a:rPr lang="en-US" dirty="0">
                <a:solidFill>
                  <a:schemeClr val="tx1"/>
                </a:solidFill>
              </a:rPr>
              <a:t>/output/</a:t>
            </a:r>
            <a:r>
              <a:rPr lang="en-US" dirty="0" err="1">
                <a:solidFill>
                  <a:schemeClr val="tx1"/>
                </a:solidFill>
              </a:rPr>
              <a:t>process_subset</a:t>
            </a:r>
            <a:r>
              <a:rPr lang="en-US" dirty="0">
                <a:solidFill>
                  <a:schemeClr val="tx1"/>
                </a:solidFill>
              </a:rPr>
              <a:t>/)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E84782-205F-874D-A4AC-2927CCFEC562}"/>
              </a:ext>
            </a:extLst>
          </p:cNvPr>
          <p:cNvSpPr/>
          <p:nvPr/>
        </p:nvSpPr>
        <p:spPr>
          <a:xfrm>
            <a:off x="329276" y="3105741"/>
            <a:ext cx="11786524" cy="18979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E3B1524-4036-9028-09A2-3666CACB8FF5}"/>
              </a:ext>
            </a:extLst>
          </p:cNvPr>
          <p:cNvCxnSpPr>
            <a:cxnSpLocks/>
            <a:stCxn id="9" idx="2"/>
            <a:endCxn id="2" idx="0"/>
          </p:cNvCxnSpPr>
          <p:nvPr/>
        </p:nvCxnSpPr>
        <p:spPr>
          <a:xfrm>
            <a:off x="6222538" y="5003728"/>
            <a:ext cx="0" cy="871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42057E1-28B4-9436-ABEF-7D5DAA0EA1E5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3505713" y="7523750"/>
            <a:ext cx="1" cy="655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7FB8DFD7-3DD0-8AAE-F97A-7197E59CC329}"/>
              </a:ext>
            </a:extLst>
          </p:cNvPr>
          <p:cNvSpPr/>
          <p:nvPr/>
        </p:nvSpPr>
        <p:spPr>
          <a:xfrm>
            <a:off x="6454543" y="7134494"/>
            <a:ext cx="5331054" cy="389256"/>
          </a:xfrm>
          <a:prstGeom prst="rect">
            <a:avLst/>
          </a:prstGeom>
          <a:solidFill>
            <a:srgbClr val="FAF0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fragment_metadata</a:t>
            </a:r>
            <a:r>
              <a:rPr lang="en-US" dirty="0">
                <a:solidFill>
                  <a:schemeClr val="tx1"/>
                </a:solidFill>
              </a:rPr>
              <a:t>_&lt;</a:t>
            </a:r>
            <a:r>
              <a:rPr lang="en-US" dirty="0" err="1">
                <a:solidFill>
                  <a:schemeClr val="tx1"/>
                </a:solidFill>
              </a:rPr>
              <a:t>image_subset</a:t>
            </a:r>
            <a:r>
              <a:rPr lang="en-US" dirty="0">
                <a:solidFill>
                  <a:schemeClr val="tx1"/>
                </a:solidFill>
              </a:rPr>
              <a:t>&gt;.</a:t>
            </a:r>
            <a:r>
              <a:rPr lang="en-US" dirty="0" err="1">
                <a:solidFill>
                  <a:schemeClr val="tx1"/>
                </a:solidFill>
              </a:rPr>
              <a:t>json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5632F14-C983-3D06-3371-7B59ABBBB794}"/>
              </a:ext>
            </a:extLst>
          </p:cNvPr>
          <p:cNvSpPr/>
          <p:nvPr/>
        </p:nvSpPr>
        <p:spPr>
          <a:xfrm>
            <a:off x="328498" y="6858000"/>
            <a:ext cx="11786524" cy="18979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D868A29-CBF3-E5A8-25C2-137DC320A5FA}"/>
              </a:ext>
            </a:extLst>
          </p:cNvPr>
          <p:cNvCxnSpPr>
            <a:stCxn id="2" idx="2"/>
            <a:endCxn id="37" idx="0"/>
          </p:cNvCxnSpPr>
          <p:nvPr/>
        </p:nvCxnSpPr>
        <p:spPr>
          <a:xfrm flipH="1">
            <a:off x="6221760" y="6180034"/>
            <a:ext cx="778" cy="6779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7171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424</TotalTime>
  <Words>86</Words>
  <Application>Microsoft Macintosh PowerPoint</Application>
  <PresentationFormat>Custom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Judit Emilia Magnusson Wulcan</dc:creator>
  <cp:lastModifiedBy>Judit Emilia Magnusson Wulcan</cp:lastModifiedBy>
  <cp:revision>10</cp:revision>
  <dcterms:created xsi:type="dcterms:W3CDTF">2025-03-05T23:24:07Z</dcterms:created>
  <dcterms:modified xsi:type="dcterms:W3CDTF">2025-04-24T22:24:15Z</dcterms:modified>
</cp:coreProperties>
</file>