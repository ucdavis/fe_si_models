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3"/>
  </p:notesMasterIdLst>
  <p:sldIdLst>
    <p:sldId id="256" r:id="rId2"/>
  </p:sldIdLst>
  <p:sldSz cx="18288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50"/>
  </p:normalViewPr>
  <p:slideViewPr>
    <p:cSldViewPr snapToGrid="0">
      <p:cViewPr>
        <p:scale>
          <a:sx n="65" d="100"/>
          <a:sy n="65" d="100"/>
        </p:scale>
        <p:origin x="1064" y="-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2CFEC4-4E45-284D-BF69-DE46D4CD8194}" type="datetimeFigureOut">
              <a:rPr lang="en-US" smtClean="0"/>
              <a:t>3/5/25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6C351F-76B5-D34F-B325-5C69741F5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15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6C351F-76B5-D34F-B325-5C69741F506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720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244726"/>
            <a:ext cx="15544800" cy="4775200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7204076"/>
            <a:ext cx="13716000" cy="3311524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609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511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3419479"/>
            <a:ext cx="15773400" cy="5705474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9178929"/>
            <a:ext cx="15773400" cy="3000374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9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3651250"/>
            <a:ext cx="77724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3651250"/>
            <a:ext cx="77724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3/5/25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2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730253"/>
            <a:ext cx="1577340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3362326"/>
            <a:ext cx="7736680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5010150"/>
            <a:ext cx="7736680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3362326"/>
            <a:ext cx="7774782" cy="1647824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5010150"/>
            <a:ext cx="7774782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3/5/25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354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3/5/25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3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3/5/25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853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14400"/>
            <a:ext cx="5898356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974853"/>
            <a:ext cx="9258300" cy="9747250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4114800"/>
            <a:ext cx="5898356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3/5/25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851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14400"/>
            <a:ext cx="5898356" cy="32004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1974853"/>
            <a:ext cx="9258300" cy="9747250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4114800"/>
            <a:ext cx="5898356" cy="7623176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3/5/25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7748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074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730250"/>
            <a:ext cx="3943350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730250"/>
            <a:ext cx="11601450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653A69-F55D-6944-9B3A-CF37B0944481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34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730253"/>
            <a:ext cx="157734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3651250"/>
            <a:ext cx="157734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2712703"/>
            <a:ext cx="41148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653A69-F55D-6944-9B3A-CF37B0944481}" type="datetimeFigureOut">
              <a:rPr lang="en-US" smtClean="0"/>
              <a:t>3/5/25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2712703"/>
            <a:ext cx="61722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2712703"/>
            <a:ext cx="41148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5EC21-EEAC-FE46-ABB5-30196B9FA5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662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" name="Group 228">
            <a:extLst>
              <a:ext uri="{FF2B5EF4-FFF2-40B4-BE49-F238E27FC236}">
                <a16:creationId xmlns:a16="http://schemas.microsoft.com/office/drawing/2014/main" id="{57FA07DD-1D62-2A9C-438D-53946E0330E0}"/>
              </a:ext>
            </a:extLst>
          </p:cNvPr>
          <p:cNvGrpSpPr/>
          <p:nvPr/>
        </p:nvGrpSpPr>
        <p:grpSpPr>
          <a:xfrm>
            <a:off x="1280435" y="743485"/>
            <a:ext cx="14865478" cy="12229030"/>
            <a:chOff x="167254" y="444326"/>
            <a:chExt cx="14865478" cy="1222903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2A401A0-E229-D184-46FE-8E16FEBDF0F0}"/>
                </a:ext>
              </a:extLst>
            </p:cNvPr>
            <p:cNvSpPr/>
            <p:nvPr/>
          </p:nvSpPr>
          <p:spPr>
            <a:xfrm>
              <a:off x="1295261" y="7763061"/>
              <a:ext cx="6666481" cy="36933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&lt;</a:t>
              </a:r>
              <a:r>
                <a:rPr lang="en-US" dirty="0" err="1">
                  <a:solidFill>
                    <a:schemeClr val="tx1"/>
                  </a:solidFill>
                </a:rPr>
                <a:t>image_name</a:t>
              </a:r>
              <a:r>
                <a:rPr lang="en-US" dirty="0">
                  <a:solidFill>
                    <a:schemeClr val="tx1"/>
                  </a:solidFill>
                </a:rPr>
                <a:t>&gt;_content_&lt;</a:t>
              </a:r>
              <a:r>
                <a:rPr lang="en-US" dirty="0" err="1">
                  <a:solidFill>
                    <a:schemeClr val="tx1"/>
                  </a:solidFill>
                </a:rPr>
                <a:t>annotation_no</a:t>
              </a:r>
              <a:r>
                <a:rPr lang="en-US" dirty="0">
                  <a:solidFill>
                    <a:schemeClr val="tx1"/>
                  </a:solidFill>
                </a:rPr>
                <a:t>&gt;.geojson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25333B3-67D7-CCC6-E98F-DA9268E058DB}"/>
                </a:ext>
              </a:extLst>
            </p:cNvPr>
            <p:cNvSpPr/>
            <p:nvPr/>
          </p:nvSpPr>
          <p:spPr>
            <a:xfrm>
              <a:off x="1179072" y="12275028"/>
              <a:ext cx="6870851" cy="398328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&lt;</a:t>
              </a:r>
              <a:r>
                <a:rPr lang="en-US" dirty="0" err="1">
                  <a:solidFill>
                    <a:schemeClr val="tx1"/>
                  </a:solidFill>
                </a:rPr>
                <a:t>image_name</a:t>
              </a:r>
              <a:r>
                <a:rPr lang="en-US" dirty="0">
                  <a:solidFill>
                    <a:schemeClr val="tx1"/>
                  </a:solidFill>
                </a:rPr>
                <a:t>&gt;_&lt;</a:t>
              </a:r>
              <a:r>
                <a:rPr lang="en-US" dirty="0" err="1">
                  <a:solidFill>
                    <a:schemeClr val="tx1"/>
                  </a:solidFill>
                </a:rPr>
                <a:t>classification_name</a:t>
              </a:r>
              <a:r>
                <a:rPr lang="en-US" dirty="0">
                  <a:solidFill>
                    <a:schemeClr val="tx1"/>
                  </a:solidFill>
                </a:rPr>
                <a:t>&gt;_&lt;</a:t>
              </a:r>
              <a:r>
                <a:rPr lang="en-US" dirty="0" err="1">
                  <a:solidFill>
                    <a:schemeClr val="tx1"/>
                  </a:solidFill>
                </a:rPr>
                <a:t>annotation_no</a:t>
              </a:r>
              <a:r>
                <a:rPr lang="en-US" dirty="0">
                  <a:solidFill>
                    <a:schemeClr val="tx1"/>
                  </a:solidFill>
                </a:rPr>
                <a:t>&gt;.</a:t>
              </a:r>
              <a:r>
                <a:rPr lang="en-US" dirty="0" err="1">
                  <a:solidFill>
                    <a:schemeClr val="tx1"/>
                  </a:solidFill>
                </a:rPr>
                <a:t>geojson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B74EBE1-17EF-C4BC-4293-65B77BC00BC3}"/>
                </a:ext>
              </a:extLst>
            </p:cNvPr>
            <p:cNvSpPr/>
            <p:nvPr/>
          </p:nvSpPr>
          <p:spPr>
            <a:xfrm>
              <a:off x="10094929" y="12289526"/>
              <a:ext cx="3209124" cy="369332"/>
            </a:xfrm>
            <a:prstGeom prst="rect">
              <a:avLst/>
            </a:prstGeom>
            <a:solidFill>
              <a:srgbClr val="7FA9D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validate_segmenation_model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55" name="Group 154">
              <a:extLst>
                <a:ext uri="{FF2B5EF4-FFF2-40B4-BE49-F238E27FC236}">
                  <a16:creationId xmlns:a16="http://schemas.microsoft.com/office/drawing/2014/main" id="{904B1F9F-935B-FBB8-4F3C-C83B901D392B}"/>
                </a:ext>
              </a:extLst>
            </p:cNvPr>
            <p:cNvGrpSpPr/>
            <p:nvPr/>
          </p:nvGrpSpPr>
          <p:grpSpPr>
            <a:xfrm>
              <a:off x="221038" y="444326"/>
              <a:ext cx="10488183" cy="2482420"/>
              <a:chOff x="239602" y="784591"/>
              <a:chExt cx="10488183" cy="2482420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843770C-9A1B-7441-BD52-7D5F57AFF1CD}"/>
                  </a:ext>
                </a:extLst>
              </p:cNvPr>
              <p:cNvSpPr/>
              <p:nvPr/>
            </p:nvSpPr>
            <p:spPr>
              <a:xfrm>
                <a:off x="239602" y="1289425"/>
                <a:ext cx="10488183" cy="1977586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B467601-AB19-2D24-BB84-DA9D61AC6EEF}"/>
                  </a:ext>
                </a:extLst>
              </p:cNvPr>
              <p:cNvSpPr txBox="1"/>
              <p:nvPr/>
            </p:nvSpPr>
            <p:spPr>
              <a:xfrm>
                <a:off x="2500539" y="1419765"/>
                <a:ext cx="1117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Scripts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6574E85-697E-6627-AD23-ED9659FF3996}"/>
                  </a:ext>
                </a:extLst>
              </p:cNvPr>
              <p:cNvSpPr txBox="1"/>
              <p:nvPr/>
            </p:nvSpPr>
            <p:spPr>
              <a:xfrm>
                <a:off x="5070885" y="1426395"/>
                <a:ext cx="1117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Files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C7530896-CD76-43A5-5998-057AE6E5F35C}"/>
                  </a:ext>
                </a:extLst>
              </p:cNvPr>
              <p:cNvSpPr/>
              <p:nvPr/>
            </p:nvSpPr>
            <p:spPr>
              <a:xfrm>
                <a:off x="2437447" y="2291292"/>
                <a:ext cx="1663700" cy="304800"/>
              </a:xfrm>
              <a:prstGeom prst="rect">
                <a:avLst/>
              </a:prstGeom>
              <a:solidFill>
                <a:srgbClr val="7FA9D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 Markdown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B5135D63-3D94-843F-5D57-2C7DD445EB1C}"/>
                  </a:ext>
                </a:extLst>
              </p:cNvPr>
              <p:cNvSpPr/>
              <p:nvPr/>
            </p:nvSpPr>
            <p:spPr>
              <a:xfrm>
                <a:off x="2437447" y="1812466"/>
                <a:ext cx="1892300" cy="304800"/>
              </a:xfrm>
              <a:prstGeom prst="rect">
                <a:avLst/>
              </a:prstGeom>
              <a:solidFill>
                <a:srgbClr val="A28F8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Groovy (</a:t>
                </a:r>
                <a:r>
                  <a:rPr lang="en-US" dirty="0" err="1">
                    <a:solidFill>
                      <a:schemeClr val="tx1"/>
                    </a:solidFill>
                  </a:rPr>
                  <a:t>qupath</a:t>
                </a:r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65D58098-2EA5-9A3D-20F4-26ECD1FC63BF}"/>
                  </a:ext>
                </a:extLst>
              </p:cNvPr>
              <p:cNvSpPr/>
              <p:nvPr/>
            </p:nvSpPr>
            <p:spPr>
              <a:xfrm>
                <a:off x="5006092" y="1821932"/>
                <a:ext cx="1409700" cy="304800"/>
              </a:xfrm>
              <a:prstGeom prst="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geojson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3B6C3C1-BF04-3E8B-0E4B-CC4B2D6D913A}"/>
                  </a:ext>
                </a:extLst>
              </p:cNvPr>
              <p:cNvSpPr txBox="1"/>
              <p:nvPr/>
            </p:nvSpPr>
            <p:spPr>
              <a:xfrm>
                <a:off x="288061" y="1370852"/>
                <a:ext cx="1117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SOPs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92E8BECB-5D0D-64B4-B0BA-52A0726C7253}"/>
                  </a:ext>
                </a:extLst>
              </p:cNvPr>
              <p:cNvSpPr/>
              <p:nvPr/>
            </p:nvSpPr>
            <p:spPr>
              <a:xfrm>
                <a:off x="330167" y="1793864"/>
                <a:ext cx="1663700" cy="304800"/>
              </a:xfrm>
              <a:prstGeom prst="rect">
                <a:avLst/>
              </a:prstGeom>
              <a:solidFill>
                <a:srgbClr val="FFBA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google slides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5B5D839-82B3-8B67-6E17-7253A5283FA7}"/>
                  </a:ext>
                </a:extLst>
              </p:cNvPr>
              <p:cNvSpPr txBox="1"/>
              <p:nvPr/>
            </p:nvSpPr>
            <p:spPr>
              <a:xfrm>
                <a:off x="251150" y="784591"/>
                <a:ext cx="1930073" cy="378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Legend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49DBBE4-0642-14AA-DCA8-AC69636B4A18}"/>
                  </a:ext>
                </a:extLst>
              </p:cNvPr>
              <p:cNvSpPr/>
              <p:nvPr/>
            </p:nvSpPr>
            <p:spPr>
              <a:xfrm>
                <a:off x="5003675" y="2278218"/>
                <a:ext cx="1409700" cy="304800"/>
              </a:xfrm>
              <a:prstGeom prst="rect">
                <a:avLst/>
              </a:prstGeom>
              <a:solidFill>
                <a:srgbClr val="FAF0E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json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BFB725F7-E4A6-8C9A-0D5C-0CA3AA97E00E}"/>
                  </a:ext>
                </a:extLst>
              </p:cNvPr>
              <p:cNvSpPr/>
              <p:nvPr/>
            </p:nvSpPr>
            <p:spPr>
              <a:xfrm>
                <a:off x="5003675" y="2795497"/>
                <a:ext cx="1409700" cy="3048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tiff</a:t>
                </a:r>
              </a:p>
            </p:txBody>
          </p:sp>
        </p:grp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31FD751D-A12C-A5DB-B760-6E92B26C2B36}"/>
                </a:ext>
              </a:extLst>
            </p:cNvPr>
            <p:cNvSpPr/>
            <p:nvPr/>
          </p:nvSpPr>
          <p:spPr>
            <a:xfrm>
              <a:off x="8366251" y="7754207"/>
              <a:ext cx="6666481" cy="36933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&lt;</a:t>
              </a:r>
              <a:r>
                <a:rPr lang="en-US" dirty="0" err="1">
                  <a:solidFill>
                    <a:schemeClr val="tx1"/>
                  </a:solidFill>
                </a:rPr>
                <a:t>image_name</a:t>
              </a:r>
              <a:r>
                <a:rPr lang="en-US" dirty="0">
                  <a:solidFill>
                    <a:schemeClr val="tx1"/>
                  </a:solidFill>
                </a:rPr>
                <a:t>&gt;_&lt;</a:t>
              </a:r>
              <a:r>
                <a:rPr lang="en-US" dirty="0" err="1">
                  <a:solidFill>
                    <a:schemeClr val="tx1"/>
                  </a:solidFill>
                </a:rPr>
                <a:t>classification_name</a:t>
              </a:r>
              <a:r>
                <a:rPr lang="en-US" dirty="0">
                  <a:solidFill>
                    <a:schemeClr val="tx1"/>
                  </a:solidFill>
                </a:rPr>
                <a:t>&gt;_&lt;</a:t>
              </a:r>
              <a:r>
                <a:rPr lang="en-US" dirty="0" err="1">
                  <a:solidFill>
                    <a:schemeClr val="tx1"/>
                  </a:solidFill>
                </a:rPr>
                <a:t>annotation_no</a:t>
              </a:r>
              <a:r>
                <a:rPr lang="en-US" dirty="0">
                  <a:solidFill>
                    <a:schemeClr val="tx1"/>
                  </a:solidFill>
                </a:rPr>
                <a:t>&gt;.geojson</a:t>
              </a:r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D46361AD-5DEF-65F7-2E37-2671251B8C3B}"/>
                </a:ext>
              </a:extLst>
            </p:cNvPr>
            <p:cNvSpPr/>
            <p:nvPr/>
          </p:nvSpPr>
          <p:spPr>
            <a:xfrm>
              <a:off x="3782763" y="8590003"/>
              <a:ext cx="1663700" cy="304800"/>
            </a:xfrm>
            <a:prstGeom prst="rect">
              <a:avLst/>
            </a:prstGeom>
            <a:solidFill>
              <a:srgbClr val="7FA9D7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</a:rPr>
                <a:t>random_roi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9856FAA4-83AE-33B9-516B-50BB91EA60F3}"/>
                </a:ext>
              </a:extLst>
            </p:cNvPr>
            <p:cNvSpPr/>
            <p:nvPr/>
          </p:nvSpPr>
          <p:spPr>
            <a:xfrm>
              <a:off x="3064233" y="9241911"/>
              <a:ext cx="3100760" cy="304801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&lt;</a:t>
              </a:r>
              <a:r>
                <a:rPr lang="en-US" dirty="0" err="1">
                  <a:solidFill>
                    <a:schemeClr val="tx1"/>
                  </a:solidFill>
                </a:rPr>
                <a:t>image_name</a:t>
              </a:r>
              <a:r>
                <a:rPr lang="en-US" dirty="0">
                  <a:solidFill>
                    <a:schemeClr val="tx1"/>
                  </a:solidFill>
                </a:rPr>
                <a:t>&gt;_</a:t>
              </a:r>
              <a:r>
                <a:rPr lang="en-US" dirty="0" err="1">
                  <a:solidFill>
                    <a:schemeClr val="tx1"/>
                  </a:solidFill>
                </a:rPr>
                <a:t>roi.geojson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160" name="Group 159">
              <a:extLst>
                <a:ext uri="{FF2B5EF4-FFF2-40B4-BE49-F238E27FC236}">
                  <a16:creationId xmlns:a16="http://schemas.microsoft.com/office/drawing/2014/main" id="{6C66FFFB-9D2F-1B4D-F2BA-6ABE05B873BF}"/>
                </a:ext>
              </a:extLst>
            </p:cNvPr>
            <p:cNvGrpSpPr/>
            <p:nvPr/>
          </p:nvGrpSpPr>
          <p:grpSpPr>
            <a:xfrm>
              <a:off x="221038" y="5881621"/>
              <a:ext cx="14811693" cy="1570441"/>
              <a:chOff x="-609965" y="5821566"/>
              <a:chExt cx="14811693" cy="1570441"/>
            </a:xfrm>
          </p:grpSpPr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B830B5D0-12DD-AD0C-4FDD-6436D0073334}"/>
                  </a:ext>
                </a:extLst>
              </p:cNvPr>
              <p:cNvSpPr/>
              <p:nvPr/>
            </p:nvSpPr>
            <p:spPr>
              <a:xfrm>
                <a:off x="9418844" y="6478326"/>
                <a:ext cx="2899291" cy="359742"/>
              </a:xfrm>
              <a:prstGeom prst="rect">
                <a:avLst/>
              </a:prstGeom>
              <a:solidFill>
                <a:srgbClr val="A28F8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tissue_vs_glass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BEAC8C1D-9F8A-34E7-CFA4-8903D1C68E32}"/>
                  </a:ext>
                </a:extLst>
              </p:cNvPr>
              <p:cNvSpPr/>
              <p:nvPr/>
            </p:nvSpPr>
            <p:spPr>
              <a:xfrm>
                <a:off x="-396856" y="6866287"/>
                <a:ext cx="2731005" cy="369332"/>
              </a:xfrm>
              <a:prstGeom prst="rect">
                <a:avLst/>
              </a:prstGeom>
              <a:solidFill>
                <a:srgbClr val="A28F8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export_annotation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B857C2BB-3592-CA58-2668-ADE31B87E70B}"/>
                  </a:ext>
                </a:extLst>
              </p:cNvPr>
              <p:cNvSpPr/>
              <p:nvPr/>
            </p:nvSpPr>
            <p:spPr>
              <a:xfrm>
                <a:off x="-445139" y="6362072"/>
                <a:ext cx="2731004" cy="401264"/>
              </a:xfrm>
              <a:prstGeom prst="rect">
                <a:avLst/>
              </a:prstGeom>
              <a:solidFill>
                <a:srgbClr val="FFBA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run_pixel_classifier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50828228-7E85-1CD8-BA49-BA4DED40451E}"/>
                  </a:ext>
                </a:extLst>
              </p:cNvPr>
              <p:cNvSpPr/>
              <p:nvPr/>
            </p:nvSpPr>
            <p:spPr>
              <a:xfrm>
                <a:off x="-609965" y="6227688"/>
                <a:ext cx="14811693" cy="116431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DA638E3B-64F5-6DDF-A1ED-B50784529C98}"/>
                  </a:ext>
                </a:extLst>
              </p:cNvPr>
              <p:cNvSpPr txBox="1"/>
              <p:nvPr/>
            </p:nvSpPr>
            <p:spPr>
              <a:xfrm>
                <a:off x="-609965" y="5821566"/>
                <a:ext cx="33449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Run models</a:t>
                </a:r>
              </a:p>
            </p:txBody>
          </p:sp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24B40236-BF55-C2DF-35BD-854281CFBBDF}"/>
                  </a:ext>
                </a:extLst>
              </p:cNvPr>
              <p:cNvSpPr/>
              <p:nvPr/>
            </p:nvSpPr>
            <p:spPr>
              <a:xfrm>
                <a:off x="2647664" y="6625064"/>
                <a:ext cx="2299668" cy="369332"/>
              </a:xfrm>
              <a:prstGeom prst="rect">
                <a:avLst/>
              </a:prstGeom>
              <a:solidFill>
                <a:srgbClr val="A28F8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create_content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12" name="Group 211">
              <a:extLst>
                <a:ext uri="{FF2B5EF4-FFF2-40B4-BE49-F238E27FC236}">
                  <a16:creationId xmlns:a16="http://schemas.microsoft.com/office/drawing/2014/main" id="{658ED33C-B9E4-F93B-4FE5-0185F62F1F55}"/>
                </a:ext>
              </a:extLst>
            </p:cNvPr>
            <p:cNvGrpSpPr/>
            <p:nvPr/>
          </p:nvGrpSpPr>
          <p:grpSpPr>
            <a:xfrm>
              <a:off x="202832" y="10059746"/>
              <a:ext cx="8841769" cy="1585510"/>
              <a:chOff x="-1215258" y="9851385"/>
              <a:chExt cx="8841769" cy="1585510"/>
            </a:xfrm>
          </p:grpSpPr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E0464904-E95F-CCBA-6DDD-6B0B79B438C6}"/>
                  </a:ext>
                </a:extLst>
              </p:cNvPr>
              <p:cNvSpPr/>
              <p:nvPr/>
            </p:nvSpPr>
            <p:spPr>
              <a:xfrm>
                <a:off x="-1197052" y="10272596"/>
                <a:ext cx="8823563" cy="1164299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E3B9162B-A144-898B-CA01-5311CF12FE9B}"/>
                  </a:ext>
                </a:extLst>
              </p:cNvPr>
              <p:cNvSpPr txBox="1"/>
              <p:nvPr/>
            </p:nvSpPr>
            <p:spPr>
              <a:xfrm>
                <a:off x="-1215258" y="9851385"/>
                <a:ext cx="33449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Create validation set</a:t>
                </a: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21248BB7-C37A-9F12-C353-A88D5C54381C}"/>
                  </a:ext>
                </a:extLst>
              </p:cNvPr>
              <p:cNvSpPr/>
              <p:nvPr/>
            </p:nvSpPr>
            <p:spPr>
              <a:xfrm>
                <a:off x="3116868" y="11005882"/>
                <a:ext cx="2329595" cy="369331"/>
              </a:xfrm>
              <a:prstGeom prst="rect">
                <a:avLst/>
              </a:prstGeom>
              <a:solidFill>
                <a:srgbClr val="A28F8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export_annotation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894DE64C-2135-8F2B-FBED-37DFC5407DD9}"/>
                  </a:ext>
                </a:extLst>
              </p:cNvPr>
              <p:cNvSpPr/>
              <p:nvPr/>
            </p:nvSpPr>
            <p:spPr>
              <a:xfrm>
                <a:off x="469396" y="10474744"/>
                <a:ext cx="2387009" cy="336511"/>
              </a:xfrm>
              <a:prstGeom prst="rect">
                <a:avLst/>
              </a:prstGeom>
              <a:solidFill>
                <a:srgbClr val="FFBA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annotate_random_roi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4EBAD231-27ED-72E3-EDDA-1B1DA6702A75}"/>
                  </a:ext>
                </a:extLst>
              </p:cNvPr>
              <p:cNvSpPr/>
              <p:nvPr/>
            </p:nvSpPr>
            <p:spPr>
              <a:xfrm>
                <a:off x="3196408" y="10438203"/>
                <a:ext cx="2148574" cy="369331"/>
              </a:xfrm>
              <a:prstGeom prst="rect">
                <a:avLst/>
              </a:prstGeom>
              <a:solidFill>
                <a:srgbClr val="A28F82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import_annotation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9" name="Group 158">
              <a:extLst>
                <a:ext uri="{FF2B5EF4-FFF2-40B4-BE49-F238E27FC236}">
                  <a16:creationId xmlns:a16="http://schemas.microsoft.com/office/drawing/2014/main" id="{326E7084-6864-53CE-EAD6-0ED11DA4CCFC}"/>
                </a:ext>
              </a:extLst>
            </p:cNvPr>
            <p:cNvGrpSpPr/>
            <p:nvPr/>
          </p:nvGrpSpPr>
          <p:grpSpPr>
            <a:xfrm>
              <a:off x="167254" y="3711425"/>
              <a:ext cx="13097405" cy="2318007"/>
              <a:chOff x="-2095385" y="3549531"/>
              <a:chExt cx="13097405" cy="2318007"/>
            </a:xfrm>
          </p:grpSpPr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5839C5A3-7BEE-7FD8-AD58-0BAE0DCC41AF}"/>
                  </a:ext>
                </a:extLst>
              </p:cNvPr>
              <p:cNvCxnSpPr>
                <a:cxnSpLocks/>
                <a:stCxn id="69" idx="2"/>
                <a:endCxn id="78" idx="0"/>
              </p:cNvCxnSpPr>
              <p:nvPr/>
            </p:nvCxnSpPr>
            <p:spPr>
              <a:xfrm>
                <a:off x="2351975" y="5079780"/>
                <a:ext cx="12994" cy="4677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5" name="Rectangle 44">
                <a:extLst>
                  <a:ext uri="{FF2B5EF4-FFF2-40B4-BE49-F238E27FC236}">
                    <a16:creationId xmlns:a16="http://schemas.microsoft.com/office/drawing/2014/main" id="{38350FC7-246E-5F07-A51C-6B1AE3969167}"/>
                  </a:ext>
                </a:extLst>
              </p:cNvPr>
              <p:cNvSpPr/>
              <p:nvPr/>
            </p:nvSpPr>
            <p:spPr>
              <a:xfrm>
                <a:off x="-2041601" y="3930929"/>
                <a:ext cx="13043621" cy="1476824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92253113-3B25-6A89-8CF7-ABF9D8FD65C7}"/>
                  </a:ext>
                </a:extLst>
              </p:cNvPr>
              <p:cNvSpPr/>
              <p:nvPr/>
            </p:nvSpPr>
            <p:spPr>
              <a:xfrm>
                <a:off x="-269246" y="4137290"/>
                <a:ext cx="5049099" cy="356406"/>
              </a:xfrm>
              <a:prstGeom prst="rect">
                <a:avLst/>
              </a:prstGeom>
              <a:solidFill>
                <a:srgbClr val="FFBA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creating_non_random_training_annotations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E4576C05-25C8-3D9D-84E8-304B0F9ED69B}"/>
                  </a:ext>
                </a:extLst>
              </p:cNvPr>
              <p:cNvSpPr txBox="1"/>
              <p:nvPr/>
            </p:nvSpPr>
            <p:spPr>
              <a:xfrm>
                <a:off x="-2095385" y="3549531"/>
                <a:ext cx="33449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 dirty="0"/>
                  <a:t>Create models</a:t>
                </a: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F90A7B6D-3707-3201-A15C-5A2035C48A0C}"/>
                  </a:ext>
                </a:extLst>
              </p:cNvPr>
              <p:cNvSpPr/>
              <p:nvPr/>
            </p:nvSpPr>
            <p:spPr>
              <a:xfrm>
                <a:off x="-172575" y="4723374"/>
                <a:ext cx="5049099" cy="356406"/>
              </a:xfrm>
              <a:prstGeom prst="rect">
                <a:avLst/>
              </a:prstGeom>
              <a:solidFill>
                <a:srgbClr val="FFBA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create_pixel_classifier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600419FF-87CC-0523-3099-18A0C9A5BF36}"/>
                  </a:ext>
                </a:extLst>
              </p:cNvPr>
              <p:cNvSpPr/>
              <p:nvPr/>
            </p:nvSpPr>
            <p:spPr>
              <a:xfrm>
                <a:off x="1216028" y="5547519"/>
                <a:ext cx="2297881" cy="267331"/>
              </a:xfrm>
              <a:prstGeom prst="rect">
                <a:avLst/>
              </a:prstGeom>
              <a:solidFill>
                <a:srgbClr val="FAF0E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tissue_vs_glass_v2</a:t>
                </a:r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1D2D5B14-4016-1854-EAD2-79DA15C59ADD}"/>
                  </a:ext>
                </a:extLst>
              </p:cNvPr>
              <p:cNvSpPr/>
              <p:nvPr/>
            </p:nvSpPr>
            <p:spPr>
              <a:xfrm>
                <a:off x="8110183" y="4379307"/>
                <a:ext cx="2660876" cy="403718"/>
              </a:xfrm>
              <a:prstGeom prst="rect">
                <a:avLst/>
              </a:prstGeom>
              <a:solidFill>
                <a:srgbClr val="FFBA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create_pixel_thresholder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E5568FE6-7D36-ED39-C39B-825610E00FDD}"/>
                  </a:ext>
                </a:extLst>
              </p:cNvPr>
              <p:cNvSpPr/>
              <p:nvPr/>
            </p:nvSpPr>
            <p:spPr>
              <a:xfrm>
                <a:off x="8291680" y="5600207"/>
                <a:ext cx="2297881" cy="267331"/>
              </a:xfrm>
              <a:prstGeom prst="rect">
                <a:avLst/>
              </a:prstGeom>
              <a:solidFill>
                <a:srgbClr val="FAF0E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detect_content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53" name="Straight Arrow Connector 152">
                <a:extLst>
                  <a:ext uri="{FF2B5EF4-FFF2-40B4-BE49-F238E27FC236}">
                    <a16:creationId xmlns:a16="http://schemas.microsoft.com/office/drawing/2014/main" id="{BA9D2BD7-F0FC-6896-E5B9-D88CA936FB26}"/>
                  </a:ext>
                </a:extLst>
              </p:cNvPr>
              <p:cNvCxnSpPr>
                <a:cxnSpLocks/>
                <a:stCxn id="142" idx="2"/>
                <a:endCxn id="150" idx="0"/>
              </p:cNvCxnSpPr>
              <p:nvPr/>
            </p:nvCxnSpPr>
            <p:spPr>
              <a:xfrm>
                <a:off x="9440621" y="4783025"/>
                <a:ext cx="0" cy="81718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42DED9E1-7078-FE48-1ECD-BF9C0556BBB2}"/>
                </a:ext>
              </a:extLst>
            </p:cNvPr>
            <p:cNvCxnSpPr>
              <a:stCxn id="78" idx="2"/>
              <a:endCxn id="139" idx="0"/>
            </p:cNvCxnSpPr>
            <p:nvPr/>
          </p:nvCxnSpPr>
          <p:spPr>
            <a:xfrm>
              <a:off x="4627608" y="5976744"/>
              <a:ext cx="893" cy="70837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A24167AB-C322-C1F0-80C0-2CBB2909F09E}"/>
                </a:ext>
              </a:extLst>
            </p:cNvPr>
            <p:cNvCxnSpPr>
              <a:stCxn id="150" idx="2"/>
              <a:endCxn id="43" idx="0"/>
            </p:cNvCxnSpPr>
            <p:nvPr/>
          </p:nvCxnSpPr>
          <p:spPr>
            <a:xfrm flipH="1">
              <a:off x="11699493" y="6029432"/>
              <a:ext cx="3767" cy="50894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Arrow Connector 176">
              <a:extLst>
                <a:ext uri="{FF2B5EF4-FFF2-40B4-BE49-F238E27FC236}">
                  <a16:creationId xmlns:a16="http://schemas.microsoft.com/office/drawing/2014/main" id="{3226EDD5-FFEA-3371-812B-3684F93C5559}"/>
                </a:ext>
              </a:extLst>
            </p:cNvPr>
            <p:cNvCxnSpPr>
              <a:stCxn id="139" idx="2"/>
              <a:endCxn id="19" idx="0"/>
            </p:cNvCxnSpPr>
            <p:nvPr/>
          </p:nvCxnSpPr>
          <p:spPr>
            <a:xfrm>
              <a:off x="4628501" y="7054451"/>
              <a:ext cx="1" cy="70861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Arrow Connector 178">
              <a:extLst>
                <a:ext uri="{FF2B5EF4-FFF2-40B4-BE49-F238E27FC236}">
                  <a16:creationId xmlns:a16="http://schemas.microsoft.com/office/drawing/2014/main" id="{A13B7C5D-C50A-00DA-00D3-DAF7343DB35F}"/>
                </a:ext>
              </a:extLst>
            </p:cNvPr>
            <p:cNvCxnSpPr>
              <a:stCxn id="43" idx="2"/>
              <a:endCxn id="97" idx="0"/>
            </p:cNvCxnSpPr>
            <p:nvPr/>
          </p:nvCxnSpPr>
          <p:spPr>
            <a:xfrm flipH="1">
              <a:off x="11699492" y="6898123"/>
              <a:ext cx="1" cy="85608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8EA4DF14-CDAE-F654-8B2C-ACD5DE130626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>
              <a:off x="4628502" y="8132394"/>
              <a:ext cx="0" cy="41535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Arrow Connector 206">
              <a:extLst>
                <a:ext uri="{FF2B5EF4-FFF2-40B4-BE49-F238E27FC236}">
                  <a16:creationId xmlns:a16="http://schemas.microsoft.com/office/drawing/2014/main" id="{3DE6A21E-A1FC-1AFB-7BDD-A29A13CA364B}"/>
                </a:ext>
              </a:extLst>
            </p:cNvPr>
            <p:cNvCxnSpPr>
              <a:stCxn id="119" idx="2"/>
              <a:endCxn id="120" idx="0"/>
            </p:cNvCxnSpPr>
            <p:nvPr/>
          </p:nvCxnSpPr>
          <p:spPr>
            <a:xfrm>
              <a:off x="4614613" y="8894803"/>
              <a:ext cx="0" cy="3471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Arrow Connector 213">
              <a:extLst>
                <a:ext uri="{FF2B5EF4-FFF2-40B4-BE49-F238E27FC236}">
                  <a16:creationId xmlns:a16="http://schemas.microsoft.com/office/drawing/2014/main" id="{46110FB2-B643-C9CB-227A-6C1AC4DB8134}"/>
                </a:ext>
              </a:extLst>
            </p:cNvPr>
            <p:cNvCxnSpPr>
              <a:cxnSpLocks/>
              <a:stCxn id="120" idx="2"/>
              <a:endCxn id="91" idx="0"/>
            </p:cNvCxnSpPr>
            <p:nvPr/>
          </p:nvCxnSpPr>
          <p:spPr>
            <a:xfrm>
              <a:off x="4614613" y="9546712"/>
              <a:ext cx="18207" cy="934245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Arrow Connector 217">
              <a:extLst>
                <a:ext uri="{FF2B5EF4-FFF2-40B4-BE49-F238E27FC236}">
                  <a16:creationId xmlns:a16="http://schemas.microsoft.com/office/drawing/2014/main" id="{2B26E3AE-D7CD-B4DD-12D4-AD44ABDCC23A}"/>
                </a:ext>
              </a:extLst>
            </p:cNvPr>
            <p:cNvCxnSpPr>
              <a:cxnSpLocks/>
              <a:stCxn id="91" idx="2"/>
              <a:endCxn id="34" idx="0"/>
            </p:cNvCxnSpPr>
            <p:nvPr/>
          </p:nvCxnSpPr>
          <p:spPr>
            <a:xfrm flipH="1">
              <a:off x="4614498" y="11645256"/>
              <a:ext cx="18322" cy="629772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Arrow Connector 219">
              <a:extLst>
                <a:ext uri="{FF2B5EF4-FFF2-40B4-BE49-F238E27FC236}">
                  <a16:creationId xmlns:a16="http://schemas.microsoft.com/office/drawing/2014/main" id="{E40041B1-9A62-53F4-6CC4-E26FAB1EDAF5}"/>
                </a:ext>
              </a:extLst>
            </p:cNvPr>
            <p:cNvCxnSpPr>
              <a:stCxn id="97" idx="2"/>
              <a:endCxn id="8" idx="0"/>
            </p:cNvCxnSpPr>
            <p:nvPr/>
          </p:nvCxnSpPr>
          <p:spPr>
            <a:xfrm flipH="1">
              <a:off x="11699491" y="8123540"/>
              <a:ext cx="1" cy="416598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E65835F6-EB8F-68C6-5BA2-09BE9AAC25A8}"/>
                </a:ext>
              </a:extLst>
            </p:cNvPr>
            <p:cNvCxnSpPr>
              <a:stCxn id="34" idx="3"/>
              <a:endCxn id="8" idx="1"/>
            </p:cNvCxnSpPr>
            <p:nvPr/>
          </p:nvCxnSpPr>
          <p:spPr>
            <a:xfrm>
              <a:off x="8049923" y="12474192"/>
              <a:ext cx="204500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6271713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297</TotalTime>
  <Words>135</Words>
  <Application>Microsoft Macintosh PowerPoint</Application>
  <PresentationFormat>Custom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Judit Emilia Magnusson Wulcan</dc:creator>
  <cp:lastModifiedBy>Judit Emilia Magnusson Wulcan</cp:lastModifiedBy>
  <cp:revision>4</cp:revision>
  <dcterms:created xsi:type="dcterms:W3CDTF">2025-03-05T23:24:07Z</dcterms:created>
  <dcterms:modified xsi:type="dcterms:W3CDTF">2025-03-06T04:22:03Z</dcterms:modified>
</cp:coreProperties>
</file>